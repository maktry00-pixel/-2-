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Тақырыптық мұқаба. Граф пен барлық есептеулер авторлық оқу мысалы.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Мақсат: төрт іздеу стратегиясының графтағы әрекетін салыстыру.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Авторлық граф: жеткізу роботы S нүктесінен G нүктесіне барады. Қабырғадағы сан — жол құны.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h(n) мәндері осы оқу графында нақты қалған ең арзан құннан аспайды және consistency шартын сақтайды.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DFS ең соңғы қосылған түйінді стек арқылы алады; алдымен бір тармақты барынша терең зерттейді.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DFS adjacency ретін A, B деп алып, стекке кері ретпен қосады. Сондықтан A алдымен шығады.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DFS G нүктесін 4-қарауда тапты, бірақ жолы құны бойынша ең жақсы емес.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BFS кезек арқылы түйіндерді деңгеймен қарайды. Бірдей қабырға саны бар есепте ең қысқа қадам жолын береді.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BFS S-тің барлық көршісін, одан кейін келесі деңгейді ретімен алады.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BFS бірінші рет G-ге 3 қабырғалы жолмен келді. Бұл мысалда жол құны 10.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UCS frontier-дан Start-тан жиналған g құны ең кіші түйінді алады. Барлық құн теріс емес болса, ең арзан жолды табады.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UCS B-ні A-дан ертерек алады, өйткені B-ге жиналған құн 1, ал A-ға 2.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UCS барлық ықтималдықты g бойынша салыстырып, G-ге ең арзан жолды таңдады.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A* жиналған құн g(n) мен мақсатқа болжам h(n)-ді қосады: f(n)=g(n)+h(n).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A* B тармағын таңдайды, себебі B үшін f=1+4=5, ал A үшін f=2+8=10.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Heuristic A*-ты арзан B–D–E тармағына бағыттады. Goal 5 түйінді қарағаннан кейін табылды.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Кодтағы visited жиыны қайталанған түйіндерге жол бермейді. parent сөздігі маршрутты қайта құрайды.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UCS priority queue-ға g-ні, ал A* f=g+h мәнін салады. best сөздігі тек арзан жаңартуды сақтайды.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Кестедегі маршруттар осы авторлық Python кодының шығаруымен сәйкес келеді.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Барлық нәтижелер бірдей граф, бірдей көрші реті және бірдей Start/Goal үшін алынған.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Қорытынды осы жеке графтың нәтижелеріне негізделеді.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Интернет дереккөздері тек алгоритмдердің теориялық анықтамалары мен қасиеттерін тексеру үшін қолданылды. Граф, heuristic, код және есептеулер — авторлық оқу мысалы.</a:t>
            </a:r>
          </a:p>
          <a:p>
            <a:endParaRPr/>
          </a:p>
          <a:p>
            <a:r>
              <a:t>Дереккөздер:</a:t>
            </a:r>
          </a:p>
          <a:p>
            <a:r>
              <a:t>[1] Stanford CS221. Search: basics and dynamic programming. https://stanford-cs221.github.io/spring2022-extra/modules/search/search-basics.pdf</a:t>
            </a:r>
          </a:p>
          <a:p>
            <a:r>
              <a:t>[2] Russell, S.; Norvig, P. Artificial Intelligence: A Modern Approach, 4e, §4.1. https://aima.cs.berkeley.edu/4th-ed/pdfs/newchap04.pdf</a:t>
            </a:r>
          </a:p>
          <a:p>
            <a:r>
              <a:t>[3] MIT OpenCourseWare. Search Algorithms. 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nford-cs221.github.io/spring2022-extra/modules/search/search-basics.pdf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cw.mit.edu/courses/6-01sc-introduction-to-electrical-engineering-and-computer-science-i-spring-2011/pages/unit-4-probability-and-planning/search-algorithms/" TargetMode="External"/><Relationship Id="rId4" Type="http://schemas.openxmlformats.org/officeDocument/2006/relationships/hyperlink" Target="https://aima.cs.berkeley.edu/4th-ed/pdfs/newchap04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A39A3FFE-3F71-43EF-BDA1-2E007F9941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02B8D3-1E62-44F0-8C92-2E7CC93783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B55F1B2-3F04-426C-A630-5AD8E1C84F34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190500" cy="1905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C6E3DC8-4A51-48D9-933E-9D4C9E31C7A0}"/>
              </a:ext>
            </a:extLst>
          </p:cNvPr>
          <p:cNvSpPr>
            <a:spLocks noGrp="1"/>
          </p:cNvSpPr>
          <p:nvPr/>
        </p:nvSpPr>
        <p:spPr>
          <a:xfrm>
            <a:off x="11296650" y="228600"/>
            <a:ext cx="190500" cy="1905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4A26BDC-E01E-40E6-95D7-BCCA99722365}"/>
              </a:ext>
            </a:extLst>
          </p:cNvPr>
          <p:cNvSpPr>
            <a:spLocks noGrp="1"/>
          </p:cNvSpPr>
          <p:nvPr/>
        </p:nvSpPr>
        <p:spPr>
          <a:xfrm>
            <a:off x="11544300" y="228600"/>
            <a:ext cx="190500" cy="1905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7713D3-BABC-41E8-9AD6-BC009709B68A}"/>
              </a:ext>
            </a:extLst>
          </p:cNvPr>
          <p:cNvSpPr>
            <a:spLocks noGrp="1"/>
          </p:cNvSpPr>
          <p:nvPr/>
        </p:nvSpPr>
        <p:spPr>
          <a:xfrm>
            <a:off x="11296650" y="476250"/>
            <a:ext cx="190500" cy="1905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96DA91F-73B6-4731-9832-C1A7F9E5ADCE}"/>
              </a:ext>
            </a:extLst>
          </p:cNvPr>
          <p:cNvSpPr>
            <a:spLocks noGrp="1"/>
          </p:cNvSpPr>
          <p:nvPr/>
        </p:nvSpPr>
        <p:spPr>
          <a:xfrm>
            <a:off x="11544300" y="476250"/>
            <a:ext cx="190500" cy="1905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BB4AAB2-B06B-489D-827E-2496ED92FC1A}"/>
              </a:ext>
            </a:extLst>
          </p:cNvPr>
          <p:cNvSpPr>
            <a:spLocks noGrp="1"/>
          </p:cNvSpPr>
          <p:nvPr/>
        </p:nvSpPr>
        <p:spPr>
          <a:xfrm>
            <a:off x="723900" y="1200150"/>
            <a:ext cx="6715125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82000"/>
              </a:lnSpc>
              <a:buNone/>
              <a:defRPr sz="4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ІЗДЕУ</a:t>
            </a:r>
          </a:p>
          <a:p>
            <a:pPr algn="l">
              <a:lnSpc>
                <a:spcPct val="82000"/>
              </a:lnSpc>
              <a:buNone/>
              <a:defRPr sz="4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АЛГОРИТМДЕРІ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0D62E3C-02B4-417D-A69D-D2EDC0A2AB59}"/>
              </a:ext>
            </a:extLst>
          </p:cNvPr>
          <p:cNvSpPr>
            <a:spLocks noGrp="1"/>
          </p:cNvSpPr>
          <p:nvPr/>
        </p:nvSpPr>
        <p:spPr>
          <a:xfrm>
            <a:off x="762000" y="2819400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025" b="1">
                <a:solidFill>
                  <a:srgbClr val="69E3F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9E3F2"/>
                </a:solidFill>
                <a:latin typeface="Arial"/>
                <a:ea typeface="Arial"/>
                <a:cs typeface="Arial"/>
              </a:rPr>
              <a:t>DFS  ·  BFS  ·  UCS  ·  A*</a:t>
            </a:r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65A50C2-49FC-42E4-B757-FB9F9EDA450F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5381625" cy="0"/>
          </a:xfrm>
          <a:prstGeom prst="line">
            <a:avLst/>
          </a:prstGeom>
          <a:noFill/>
          <a:ln w="19050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E966AC4-6378-4B7A-8724-7E695358DB4A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6572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Жеке мысал: пиксель-қаладағы жеткізу маршруты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1D3A3B3-4CD3-4FB4-98FC-D254DB0FB289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27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Start S   мақсат Goal G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43BA311-D9F4-475B-B688-1C8532C33E7C}"/>
              </a:ext>
            </a:extLst>
          </p:cNvPr>
          <p:cNvSpPr>
            <a:spLocks noGrp="1"/>
          </p:cNvSpPr>
          <p:nvPr/>
        </p:nvSpPr>
        <p:spPr>
          <a:xfrm>
            <a:off x="6156389" y="2669286"/>
            <a:ext cx="298323" cy="298323"/>
          </a:xfrm>
          <a:prstGeom prst="rect">
            <a:avLst/>
          </a:prstGeom>
          <a:solidFill>
            <a:srgbClr val="52213F"/>
          </a:solidFill>
          <a:ln w="9525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481C48D-56C6-4D8B-9AA2-D4899AD9A808}"/>
              </a:ext>
            </a:extLst>
          </p:cNvPr>
          <p:cNvSpPr>
            <a:spLocks noGrp="1"/>
          </p:cNvSpPr>
          <p:nvPr/>
        </p:nvSpPr>
        <p:spPr>
          <a:xfrm>
            <a:off x="6156389" y="2691384"/>
            <a:ext cx="298323" cy="134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95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5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85BE5B2-1FF9-4A6C-9812-94A5100745F3}"/>
              </a:ext>
            </a:extLst>
          </p:cNvPr>
          <p:cNvSpPr>
            <a:spLocks noGrp="1"/>
          </p:cNvSpPr>
          <p:nvPr/>
        </p:nvSpPr>
        <p:spPr>
          <a:xfrm>
            <a:off x="6099239" y="3006281"/>
            <a:ext cx="412623" cy="994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7FA4123-B264-44CA-BAB1-5F9F8283ED6B}"/>
              </a:ext>
            </a:extLst>
          </p:cNvPr>
          <p:cNvSpPr>
            <a:spLocks noGrp="1"/>
          </p:cNvSpPr>
          <p:nvPr/>
        </p:nvSpPr>
        <p:spPr>
          <a:xfrm>
            <a:off x="7399401" y="1592009"/>
            <a:ext cx="298323" cy="29832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4C81A59-985C-4FFF-A0EE-B8F5FD24D9AF}"/>
              </a:ext>
            </a:extLst>
          </p:cNvPr>
          <p:cNvSpPr>
            <a:spLocks noGrp="1"/>
          </p:cNvSpPr>
          <p:nvPr/>
        </p:nvSpPr>
        <p:spPr>
          <a:xfrm>
            <a:off x="7399401" y="1614107"/>
            <a:ext cx="298323" cy="134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95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5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0B22B68-E29A-4F9C-94CC-6A623F72F72F}"/>
              </a:ext>
            </a:extLst>
          </p:cNvPr>
          <p:cNvSpPr>
            <a:spLocks noGrp="1"/>
          </p:cNvSpPr>
          <p:nvPr/>
        </p:nvSpPr>
        <p:spPr>
          <a:xfrm>
            <a:off x="7342251" y="1929003"/>
            <a:ext cx="412623" cy="994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h=8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9E12C6B-0BD4-40DE-85CB-193E58223F6D}"/>
              </a:ext>
            </a:extLst>
          </p:cNvPr>
          <p:cNvSpPr>
            <a:spLocks noGrp="1"/>
          </p:cNvSpPr>
          <p:nvPr/>
        </p:nvSpPr>
        <p:spPr>
          <a:xfrm>
            <a:off x="7399401" y="3525583"/>
            <a:ext cx="298323" cy="29832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3F0DA50-5766-4B07-9645-82F1E85DCB94}"/>
              </a:ext>
            </a:extLst>
          </p:cNvPr>
          <p:cNvSpPr>
            <a:spLocks noGrp="1"/>
          </p:cNvSpPr>
          <p:nvPr/>
        </p:nvSpPr>
        <p:spPr>
          <a:xfrm>
            <a:off x="7399401" y="3547681"/>
            <a:ext cx="298323" cy="134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95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5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9903BF8-915E-429C-8273-AC2774729467}"/>
              </a:ext>
            </a:extLst>
          </p:cNvPr>
          <p:cNvSpPr>
            <a:spLocks noGrp="1"/>
          </p:cNvSpPr>
          <p:nvPr/>
        </p:nvSpPr>
        <p:spPr>
          <a:xfrm>
            <a:off x="7342251" y="3862578"/>
            <a:ext cx="412623" cy="994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h=4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6357E20-EF15-46D4-8581-A22536DF9BC1}"/>
              </a:ext>
            </a:extLst>
          </p:cNvPr>
          <p:cNvSpPr>
            <a:spLocks noGrp="1"/>
          </p:cNvSpPr>
          <p:nvPr/>
        </p:nvSpPr>
        <p:spPr>
          <a:xfrm>
            <a:off x="8863394" y="1371029"/>
            <a:ext cx="298323" cy="29832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623156B-9C27-4C1A-8069-0BFB53387E71}"/>
              </a:ext>
            </a:extLst>
          </p:cNvPr>
          <p:cNvSpPr>
            <a:spLocks noGrp="1"/>
          </p:cNvSpPr>
          <p:nvPr/>
        </p:nvSpPr>
        <p:spPr>
          <a:xfrm>
            <a:off x="8863394" y="1393127"/>
            <a:ext cx="298323" cy="134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95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5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90EAF44-9155-457C-87E1-407C4C2885BC}"/>
              </a:ext>
            </a:extLst>
          </p:cNvPr>
          <p:cNvSpPr>
            <a:spLocks noGrp="1"/>
          </p:cNvSpPr>
          <p:nvPr/>
        </p:nvSpPr>
        <p:spPr>
          <a:xfrm>
            <a:off x="8806244" y="1708023"/>
            <a:ext cx="412623" cy="994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h=6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957E6A8-9926-4A65-A253-39C2E0914E05}"/>
              </a:ext>
            </a:extLst>
          </p:cNvPr>
          <p:cNvSpPr>
            <a:spLocks noGrp="1"/>
          </p:cNvSpPr>
          <p:nvPr/>
        </p:nvSpPr>
        <p:spPr>
          <a:xfrm>
            <a:off x="8863394" y="2586418"/>
            <a:ext cx="298323" cy="29832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DAAFB41-4AB8-423A-B0CC-FA15AE10DFA4}"/>
              </a:ext>
            </a:extLst>
          </p:cNvPr>
          <p:cNvSpPr>
            <a:spLocks noGrp="1"/>
          </p:cNvSpPr>
          <p:nvPr/>
        </p:nvSpPr>
        <p:spPr>
          <a:xfrm>
            <a:off x="8863394" y="2608516"/>
            <a:ext cx="298323" cy="134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95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5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55D8976-730B-4401-9E7F-F0F10E106388}"/>
              </a:ext>
            </a:extLst>
          </p:cNvPr>
          <p:cNvSpPr>
            <a:spLocks noGrp="1"/>
          </p:cNvSpPr>
          <p:nvPr/>
        </p:nvSpPr>
        <p:spPr>
          <a:xfrm>
            <a:off x="8806244" y="2923413"/>
            <a:ext cx="412623" cy="994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h=2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1E6F59B-FF29-4908-A53E-4D116861F9E4}"/>
              </a:ext>
            </a:extLst>
          </p:cNvPr>
          <p:cNvSpPr>
            <a:spLocks noGrp="1"/>
          </p:cNvSpPr>
          <p:nvPr/>
        </p:nvSpPr>
        <p:spPr>
          <a:xfrm>
            <a:off x="10106406" y="3525583"/>
            <a:ext cx="298323" cy="29832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36B2907-4215-4680-8AAE-A2EF5E30FD30}"/>
              </a:ext>
            </a:extLst>
          </p:cNvPr>
          <p:cNvSpPr>
            <a:spLocks noGrp="1"/>
          </p:cNvSpPr>
          <p:nvPr/>
        </p:nvSpPr>
        <p:spPr>
          <a:xfrm>
            <a:off x="10106406" y="3547681"/>
            <a:ext cx="298323" cy="134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95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5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5498642-ACD6-413D-88AA-A4C6977D25E9}"/>
              </a:ext>
            </a:extLst>
          </p:cNvPr>
          <p:cNvSpPr>
            <a:spLocks noGrp="1"/>
          </p:cNvSpPr>
          <p:nvPr/>
        </p:nvSpPr>
        <p:spPr>
          <a:xfrm>
            <a:off x="10049256" y="3862578"/>
            <a:ext cx="412623" cy="994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h=1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6C4ABD3-73C5-48C6-BB7A-4D20EF7727B3}"/>
              </a:ext>
            </a:extLst>
          </p:cNvPr>
          <p:cNvSpPr>
            <a:spLocks noGrp="1"/>
          </p:cNvSpPr>
          <p:nvPr/>
        </p:nvSpPr>
        <p:spPr>
          <a:xfrm>
            <a:off x="11321796" y="2337816"/>
            <a:ext cx="298323" cy="298323"/>
          </a:xfrm>
          <a:prstGeom prst="rect">
            <a:avLst/>
          </a:prstGeom>
          <a:solidFill>
            <a:srgbClr val="314B12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C902D4A-CA72-48CF-8F10-D278BE222C45}"/>
              </a:ext>
            </a:extLst>
          </p:cNvPr>
          <p:cNvSpPr>
            <a:spLocks noGrp="1"/>
          </p:cNvSpPr>
          <p:nvPr/>
        </p:nvSpPr>
        <p:spPr>
          <a:xfrm>
            <a:off x="11321796" y="2359914"/>
            <a:ext cx="298323" cy="1342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95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5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EA36DA7-E853-4BCD-A6F7-E94DA93FC8F0}"/>
              </a:ext>
            </a:extLst>
          </p:cNvPr>
          <p:cNvSpPr>
            <a:spLocks noGrp="1"/>
          </p:cNvSpPr>
          <p:nvPr/>
        </p:nvSpPr>
        <p:spPr>
          <a:xfrm>
            <a:off x="11264646" y="2674811"/>
            <a:ext cx="412623" cy="994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h=0</a:t>
            </a:r>
          </a:p>
        </p:txBody>
      </p:sp>
      <p:cxnSp>
        <p:nvCxnSpPr>
          <p:cNvPr id="99" name="Прямая со стрелкой 98"/>
          <p:cNvCxnSpPr>
            <a:stCxn id="13" idx="3"/>
            <a:endCxn id="16" idx="1"/>
          </p:cNvCxnSpPr>
          <p:nvPr/>
        </p:nvCxnSpPr>
        <p:spPr>
          <a:xfrm flipV="1">
            <a:off x="6454712" y="1741171"/>
            <a:ext cx="944689" cy="1077277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6CEA6FDE-57D5-4A4C-841D-C27D58D63A9A}"/>
              </a:ext>
            </a:extLst>
          </p:cNvPr>
          <p:cNvSpPr>
            <a:spLocks noGrp="1"/>
          </p:cNvSpPr>
          <p:nvPr/>
        </p:nvSpPr>
        <p:spPr>
          <a:xfrm>
            <a:off x="6874574" y="2138934"/>
            <a:ext cx="138112" cy="110490"/>
          </a:xfrm>
          <a:prstGeom prst="roundRect">
            <a:avLst>
              <a:gd name="adj" fmla="val 8621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A9104A7-EC14-43C5-AC25-6B9B8778ED4E}"/>
              </a:ext>
            </a:extLst>
          </p:cNvPr>
          <p:cNvSpPr>
            <a:spLocks noGrp="1"/>
          </p:cNvSpPr>
          <p:nvPr/>
        </p:nvSpPr>
        <p:spPr>
          <a:xfrm>
            <a:off x="6880098" y="2149983"/>
            <a:ext cx="121539" cy="883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02" name="Прямая со стрелкой 101"/>
          <p:cNvCxnSpPr>
            <a:stCxn id="13" idx="3"/>
            <a:endCxn id="19" idx="1"/>
          </p:cNvCxnSpPr>
          <p:nvPr/>
        </p:nvCxnSpPr>
        <p:spPr>
          <a:xfrm>
            <a:off x="6454712" y="2818448"/>
            <a:ext cx="944689" cy="856297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9877C025-6EBC-4F36-A1B2-E72CC8D214A3}"/>
              </a:ext>
            </a:extLst>
          </p:cNvPr>
          <p:cNvSpPr>
            <a:spLocks noGrp="1"/>
          </p:cNvSpPr>
          <p:nvPr/>
        </p:nvSpPr>
        <p:spPr>
          <a:xfrm>
            <a:off x="6874574" y="3315652"/>
            <a:ext cx="138112" cy="110490"/>
          </a:xfrm>
          <a:prstGeom prst="roundRect">
            <a:avLst>
              <a:gd name="adj" fmla="val 8621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AF9EFCFD-590B-4B61-8C38-DA515ACFED91}"/>
              </a:ext>
            </a:extLst>
          </p:cNvPr>
          <p:cNvSpPr>
            <a:spLocks noGrp="1"/>
          </p:cNvSpPr>
          <p:nvPr/>
        </p:nvSpPr>
        <p:spPr>
          <a:xfrm>
            <a:off x="6880098" y="3326702"/>
            <a:ext cx="121539" cy="883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05" name="Прямая со стрелкой 104"/>
          <p:cNvCxnSpPr>
            <a:stCxn id="16" idx="3"/>
            <a:endCxn id="22" idx="1"/>
          </p:cNvCxnSpPr>
          <p:nvPr/>
        </p:nvCxnSpPr>
        <p:spPr>
          <a:xfrm flipV="1">
            <a:off x="7697724" y="1520191"/>
            <a:ext cx="1165670" cy="22098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30A0B2BA-3EB7-40B3-94E9-D481AACE7153}"/>
              </a:ext>
            </a:extLst>
          </p:cNvPr>
          <p:cNvSpPr>
            <a:spLocks noGrp="1"/>
          </p:cNvSpPr>
          <p:nvPr/>
        </p:nvSpPr>
        <p:spPr>
          <a:xfrm>
            <a:off x="8200453" y="1531239"/>
            <a:ext cx="138112" cy="110490"/>
          </a:xfrm>
          <a:prstGeom prst="roundRect">
            <a:avLst>
              <a:gd name="adj" fmla="val 8621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51755A59-0685-4D55-82A3-0B830252A7D0}"/>
              </a:ext>
            </a:extLst>
          </p:cNvPr>
          <p:cNvSpPr>
            <a:spLocks noGrp="1"/>
          </p:cNvSpPr>
          <p:nvPr/>
        </p:nvSpPr>
        <p:spPr>
          <a:xfrm>
            <a:off x="8205978" y="1542288"/>
            <a:ext cx="121539" cy="883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08" name="Прямая со стрелкой 107"/>
          <p:cNvCxnSpPr>
            <a:stCxn id="16" idx="3"/>
            <a:endCxn id="25" idx="1"/>
          </p:cNvCxnSpPr>
          <p:nvPr/>
        </p:nvCxnSpPr>
        <p:spPr>
          <a:xfrm>
            <a:off x="7697724" y="1741171"/>
            <a:ext cx="1165670" cy="994409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C0B6696D-4330-4362-ADCC-2D181781DFD4}"/>
              </a:ext>
            </a:extLst>
          </p:cNvPr>
          <p:cNvSpPr>
            <a:spLocks noGrp="1"/>
          </p:cNvSpPr>
          <p:nvPr/>
        </p:nvSpPr>
        <p:spPr>
          <a:xfrm>
            <a:off x="8200453" y="2183130"/>
            <a:ext cx="138112" cy="110490"/>
          </a:xfrm>
          <a:prstGeom prst="roundRect">
            <a:avLst>
              <a:gd name="adj" fmla="val 8621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9B01138-E6D3-4921-BAFD-F4C35FEAD1B4}"/>
              </a:ext>
            </a:extLst>
          </p:cNvPr>
          <p:cNvSpPr>
            <a:spLocks noGrp="1"/>
          </p:cNvSpPr>
          <p:nvPr/>
        </p:nvSpPr>
        <p:spPr>
          <a:xfrm>
            <a:off x="8205978" y="2194179"/>
            <a:ext cx="121539" cy="883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11" name="Прямая со стрелкой 110"/>
          <p:cNvCxnSpPr>
            <a:stCxn id="19" idx="3"/>
            <a:endCxn id="25" idx="1"/>
          </p:cNvCxnSpPr>
          <p:nvPr/>
        </p:nvCxnSpPr>
        <p:spPr>
          <a:xfrm flipV="1">
            <a:off x="7697724" y="2735580"/>
            <a:ext cx="1165670" cy="93916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2CED5138-D460-437C-9B62-2A3609F9AFF4}"/>
              </a:ext>
            </a:extLst>
          </p:cNvPr>
          <p:cNvSpPr>
            <a:spLocks noGrp="1"/>
          </p:cNvSpPr>
          <p:nvPr/>
        </p:nvSpPr>
        <p:spPr>
          <a:xfrm>
            <a:off x="8200453" y="3205162"/>
            <a:ext cx="138112" cy="110490"/>
          </a:xfrm>
          <a:prstGeom prst="roundRect">
            <a:avLst>
              <a:gd name="adj" fmla="val 8621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370E5C93-4673-4BE5-893A-8C85939F5936}"/>
              </a:ext>
            </a:extLst>
          </p:cNvPr>
          <p:cNvSpPr>
            <a:spLocks noGrp="1"/>
          </p:cNvSpPr>
          <p:nvPr/>
        </p:nvSpPr>
        <p:spPr>
          <a:xfrm>
            <a:off x="8205978" y="3216211"/>
            <a:ext cx="121539" cy="883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4" name="Прямая со стрелкой 113"/>
          <p:cNvCxnSpPr>
            <a:stCxn id="19" idx="3"/>
            <a:endCxn id="28" idx="1"/>
          </p:cNvCxnSpPr>
          <p:nvPr/>
        </p:nvCxnSpPr>
        <p:spPr>
          <a:xfrm>
            <a:off x="7697724" y="3674745"/>
            <a:ext cx="240868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6940395A-E1AE-4A1C-88E6-1A45B37CA429}"/>
              </a:ext>
            </a:extLst>
          </p:cNvPr>
          <p:cNvSpPr>
            <a:spLocks noGrp="1"/>
          </p:cNvSpPr>
          <p:nvPr/>
        </p:nvSpPr>
        <p:spPr>
          <a:xfrm>
            <a:off x="8863394" y="3674745"/>
            <a:ext cx="138112" cy="110490"/>
          </a:xfrm>
          <a:prstGeom prst="roundRect">
            <a:avLst>
              <a:gd name="adj" fmla="val 8621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C9F047A9-178D-48C3-B323-6C66C19EACC1}"/>
              </a:ext>
            </a:extLst>
          </p:cNvPr>
          <p:cNvSpPr>
            <a:spLocks noGrp="1"/>
          </p:cNvSpPr>
          <p:nvPr/>
        </p:nvSpPr>
        <p:spPr>
          <a:xfrm>
            <a:off x="8868918" y="3685794"/>
            <a:ext cx="121539" cy="883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17" name="Прямая со стрелкой 116"/>
          <p:cNvCxnSpPr>
            <a:stCxn id="22" idx="3"/>
            <a:endCxn id="31" idx="1"/>
          </p:cNvCxnSpPr>
          <p:nvPr/>
        </p:nvCxnSpPr>
        <p:spPr>
          <a:xfrm>
            <a:off x="9161717" y="1520191"/>
            <a:ext cx="2160079" cy="966787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2BD09EC6-28D2-4456-8724-ABE1D651CC6E}"/>
              </a:ext>
            </a:extLst>
          </p:cNvPr>
          <p:cNvSpPr>
            <a:spLocks noGrp="1"/>
          </p:cNvSpPr>
          <p:nvPr/>
        </p:nvSpPr>
        <p:spPr>
          <a:xfrm>
            <a:off x="10134029" y="1768793"/>
            <a:ext cx="138112" cy="110490"/>
          </a:xfrm>
          <a:prstGeom prst="roundRect">
            <a:avLst>
              <a:gd name="adj" fmla="val 8621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CBC17202-2E2D-4156-8C44-746EC12047FB}"/>
              </a:ext>
            </a:extLst>
          </p:cNvPr>
          <p:cNvSpPr>
            <a:spLocks noGrp="1"/>
          </p:cNvSpPr>
          <p:nvPr/>
        </p:nvSpPr>
        <p:spPr>
          <a:xfrm>
            <a:off x="10139553" y="1779842"/>
            <a:ext cx="121539" cy="883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20" name="Прямая со стрелкой 119"/>
          <p:cNvCxnSpPr>
            <a:stCxn id="25" idx="3"/>
            <a:endCxn id="28" idx="1"/>
          </p:cNvCxnSpPr>
          <p:nvPr/>
        </p:nvCxnSpPr>
        <p:spPr>
          <a:xfrm>
            <a:off x="9161717" y="2735580"/>
            <a:ext cx="944689" cy="93916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0C5E0AC0-240B-45C2-9394-8F3D938A8227}"/>
              </a:ext>
            </a:extLst>
          </p:cNvPr>
          <p:cNvSpPr>
            <a:spLocks noGrp="1"/>
          </p:cNvSpPr>
          <p:nvPr/>
        </p:nvSpPr>
        <p:spPr>
          <a:xfrm>
            <a:off x="9581579" y="3232785"/>
            <a:ext cx="138112" cy="110490"/>
          </a:xfrm>
          <a:prstGeom prst="roundRect">
            <a:avLst>
              <a:gd name="adj" fmla="val 8621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3DEFB57-2B0D-421D-AC0D-9E848310BF15}"/>
              </a:ext>
            </a:extLst>
          </p:cNvPr>
          <p:cNvSpPr>
            <a:spLocks noGrp="1"/>
          </p:cNvSpPr>
          <p:nvPr/>
        </p:nvSpPr>
        <p:spPr>
          <a:xfrm>
            <a:off x="9587103" y="3243834"/>
            <a:ext cx="121539" cy="883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23" name="Прямая со стрелкой 122"/>
          <p:cNvCxnSpPr>
            <a:stCxn id="25" idx="3"/>
            <a:endCxn id="31" idx="1"/>
          </p:cNvCxnSpPr>
          <p:nvPr/>
        </p:nvCxnSpPr>
        <p:spPr>
          <a:xfrm flipV="1">
            <a:off x="9161717" y="2486978"/>
            <a:ext cx="2160079" cy="24860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931D486C-55D9-4AB5-BE38-F1F1ED03E969}"/>
              </a:ext>
            </a:extLst>
          </p:cNvPr>
          <p:cNvSpPr>
            <a:spLocks noGrp="1"/>
          </p:cNvSpPr>
          <p:nvPr/>
        </p:nvSpPr>
        <p:spPr>
          <a:xfrm>
            <a:off x="10189274" y="2486977"/>
            <a:ext cx="138112" cy="110490"/>
          </a:xfrm>
          <a:prstGeom prst="roundRect">
            <a:avLst>
              <a:gd name="adj" fmla="val 8621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27C17F71-5C59-493C-8A37-0CF19CB0A8F3}"/>
              </a:ext>
            </a:extLst>
          </p:cNvPr>
          <p:cNvSpPr>
            <a:spLocks noGrp="1"/>
          </p:cNvSpPr>
          <p:nvPr/>
        </p:nvSpPr>
        <p:spPr>
          <a:xfrm>
            <a:off x="10194798" y="2498027"/>
            <a:ext cx="121539" cy="883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26" name="Прямая со стрелкой 125"/>
          <p:cNvCxnSpPr>
            <a:stCxn id="28" idx="0"/>
            <a:endCxn id="31" idx="1"/>
          </p:cNvCxnSpPr>
          <p:nvPr/>
        </p:nvCxnSpPr>
        <p:spPr>
          <a:xfrm flipV="1">
            <a:off x="10255568" y="2486978"/>
            <a:ext cx="1066229" cy="103860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55CE9AC5-7A7B-4507-AFAC-99BBDC2847A9}"/>
              </a:ext>
            </a:extLst>
          </p:cNvPr>
          <p:cNvSpPr>
            <a:spLocks noGrp="1"/>
          </p:cNvSpPr>
          <p:nvPr/>
        </p:nvSpPr>
        <p:spPr>
          <a:xfrm>
            <a:off x="10796969" y="3094673"/>
            <a:ext cx="138112" cy="110490"/>
          </a:xfrm>
          <a:prstGeom prst="roundRect">
            <a:avLst>
              <a:gd name="adj" fmla="val 8621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E10BA811-281B-445D-8176-A62533EF1588}"/>
              </a:ext>
            </a:extLst>
          </p:cNvPr>
          <p:cNvSpPr>
            <a:spLocks noGrp="1"/>
          </p:cNvSpPr>
          <p:nvPr/>
        </p:nvSpPr>
        <p:spPr>
          <a:xfrm>
            <a:off x="10802493" y="3105722"/>
            <a:ext cx="121539" cy="883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09AABFA2-DF0C-40AD-B895-FF89DD488563}"/>
              </a:ext>
            </a:extLst>
          </p:cNvPr>
          <p:cNvSpPr>
            <a:spLocks noGrp="1"/>
          </p:cNvSpPr>
          <p:nvPr/>
        </p:nvSpPr>
        <p:spPr>
          <a:xfrm>
            <a:off x="762000" y="601980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1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Практикалық жұмыс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75BA61F2-1A18-4FF9-B4A6-ED2EDC8B9FE5}"/>
              </a:ext>
            </a:extLst>
          </p:cNvPr>
          <p:cNvSpPr>
            <a:spLocks noGrp="1"/>
          </p:cNvSpPr>
          <p:nvPr/>
        </p:nvSpPr>
        <p:spPr>
          <a:xfrm>
            <a:off x="10763250" y="6019800"/>
            <a:ext cx="8001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112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5484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33D9F62-474C-4BCE-9871-341062095F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9499C28-4347-4762-8ED6-097B78E80B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682869E-D9BF-4B46-96FA-B2CD9D3C0967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ПРАКТИКАЛЫҚ ЖҰМЫС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95CC229-7BDF-4BCD-B8A6-5C9343C03E9B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Мақсат және сұрақ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54BD5C-0D74-486B-9DEE-41ADE5113982}"/>
              </a:ext>
            </a:extLst>
          </p:cNvPr>
          <p:cNvSpPr>
            <a:spLocks noGrp="1"/>
          </p:cNvSpPr>
          <p:nvPr/>
        </p:nvSpPr>
        <p:spPr>
          <a:xfrm>
            <a:off x="10991850" y="61150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9C5D471-14F7-465E-9CC2-6CDB47C7EA11}"/>
              </a:ext>
            </a:extLst>
          </p:cNvPr>
          <p:cNvSpPr>
            <a:spLocks noGrp="1"/>
          </p:cNvSpPr>
          <p:nvPr/>
        </p:nvSpPr>
        <p:spPr>
          <a:xfrm>
            <a:off x="11201400" y="611505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DEE1283-AE98-4EE6-81C0-EB3EA527B06E}"/>
              </a:ext>
            </a:extLst>
          </p:cNvPr>
          <p:cNvSpPr>
            <a:spLocks noGrp="1"/>
          </p:cNvSpPr>
          <p:nvPr/>
        </p:nvSpPr>
        <p:spPr>
          <a:xfrm>
            <a:off x="11410950" y="590550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979DCB9-48AA-4BAD-BC11-8CC5120B9FA3}"/>
              </a:ext>
            </a:extLst>
          </p:cNvPr>
          <p:cNvSpPr>
            <a:spLocks noGrp="1"/>
          </p:cNvSpPr>
          <p:nvPr/>
        </p:nvSpPr>
        <p:spPr>
          <a:xfrm>
            <a:off x="11410950" y="61150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CE549CA-74EA-4827-AAD3-AEB89E731244}"/>
              </a:ext>
            </a:extLst>
          </p:cNvPr>
          <p:cNvSpPr>
            <a:spLocks noGrp="1"/>
          </p:cNvSpPr>
          <p:nvPr/>
        </p:nvSpPr>
        <p:spPr>
          <a:xfrm>
            <a:off x="11620500" y="59055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4918F50-2B99-4931-A8D9-788F7AD1BF6D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23FD35C-72C3-41DE-8998-A366576B093E}"/>
              </a:ext>
            </a:extLst>
          </p:cNvPr>
          <p:cNvSpPr>
            <a:spLocks noGrp="1"/>
          </p:cNvSpPr>
          <p:nvPr/>
        </p:nvSpPr>
        <p:spPr>
          <a:xfrm>
            <a:off x="723900" y="6562724"/>
            <a:ext cx="9048750" cy="123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0A33A86-E39E-45ED-8361-2DA774D25E7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64B45EA-BA5A-47B9-B298-B2D67945D659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666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4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Бір граф. Бір Start. Бір Goal.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C45F204-69F6-4EF9-9E92-0D847F4FAC0F}"/>
              </a:ext>
            </a:extLst>
          </p:cNvPr>
          <p:cNvSpPr>
            <a:spLocks noGrp="1"/>
          </p:cNvSpPr>
          <p:nvPr/>
        </p:nvSpPr>
        <p:spPr>
          <a:xfrm>
            <a:off x="533400" y="2000250"/>
            <a:ext cx="628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5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Айырмашылық тек келесі түйінді таңдау ережесінде.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F7C9951-2B71-426C-A093-E72E543BAB40}"/>
              </a:ext>
            </a:extLst>
          </p:cNvPr>
          <p:cNvSpPr>
            <a:spLocks noGrp="1"/>
          </p:cNvSpPr>
          <p:nvPr/>
        </p:nvSpPr>
        <p:spPr>
          <a:xfrm>
            <a:off x="533400" y="3028950"/>
            <a:ext cx="2286000" cy="1619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319C438-181D-405E-AD2C-779E2F2BEACF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175" b="1">
                <a:solidFill>
                  <a:srgbClr val="F15BB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5BB5"/>
                </a:solidFill>
                <a:latin typeface="Arial"/>
                <a:ea typeface="Arial"/>
                <a:cs typeface="Arial"/>
              </a:rPr>
              <a:t>DFS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35D0D98-0868-4518-87C2-05A47528AA63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4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тереңге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C0F3A9C-49EC-4A5B-A1A4-1689773DA3E3}"/>
              </a:ext>
            </a:extLst>
          </p:cNvPr>
          <p:cNvSpPr>
            <a:spLocks noGrp="1"/>
          </p:cNvSpPr>
          <p:nvPr/>
        </p:nvSpPr>
        <p:spPr>
          <a:xfrm>
            <a:off x="3238500" y="3028950"/>
            <a:ext cx="2286000" cy="1619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58363E8-1A38-4ADF-91AD-B5625E2CC737}"/>
              </a:ext>
            </a:extLst>
          </p:cNvPr>
          <p:cNvSpPr>
            <a:spLocks noGrp="1"/>
          </p:cNvSpPr>
          <p:nvPr/>
        </p:nvSpPr>
        <p:spPr>
          <a:xfrm>
            <a:off x="3429000" y="32575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1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9D7A0D2-B315-44E6-A4BD-84C636BA8461}"/>
              </a:ext>
            </a:extLst>
          </p:cNvPr>
          <p:cNvSpPr>
            <a:spLocks noGrp="1"/>
          </p:cNvSpPr>
          <p:nvPr/>
        </p:nvSpPr>
        <p:spPr>
          <a:xfrm>
            <a:off x="3429000" y="382905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4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деңгеймен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343F12F-D08B-4ADF-A63F-FFF66DE76248}"/>
              </a:ext>
            </a:extLst>
          </p:cNvPr>
          <p:cNvSpPr>
            <a:spLocks noGrp="1"/>
          </p:cNvSpPr>
          <p:nvPr/>
        </p:nvSpPr>
        <p:spPr>
          <a:xfrm>
            <a:off x="5943600" y="3028950"/>
            <a:ext cx="2286000" cy="1619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C6B7370-EE9B-4B43-90B0-30975F716E3A}"/>
              </a:ext>
            </a:extLst>
          </p:cNvPr>
          <p:cNvSpPr>
            <a:spLocks noGrp="1"/>
          </p:cNvSpPr>
          <p:nvPr/>
        </p:nvSpPr>
        <p:spPr>
          <a:xfrm>
            <a:off x="6134100" y="32575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175" b="1">
                <a:solidFill>
                  <a:srgbClr val="FF8C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8C42"/>
                </a:solidFill>
                <a:latin typeface="Arial"/>
                <a:ea typeface="Arial"/>
                <a:cs typeface="Arial"/>
              </a:rPr>
              <a:t>UCS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DEE77BB-59DF-4A9A-9235-FA72239AFA58}"/>
              </a:ext>
            </a:extLst>
          </p:cNvPr>
          <p:cNvSpPr>
            <a:spLocks noGrp="1"/>
          </p:cNvSpPr>
          <p:nvPr/>
        </p:nvSpPr>
        <p:spPr>
          <a:xfrm>
            <a:off x="6134100" y="382905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4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ең арзан g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E49868F-A5FF-401F-A914-0E8EF5DA4753}"/>
              </a:ext>
            </a:extLst>
          </p:cNvPr>
          <p:cNvSpPr>
            <a:spLocks noGrp="1"/>
          </p:cNvSpPr>
          <p:nvPr/>
        </p:nvSpPr>
        <p:spPr>
          <a:xfrm>
            <a:off x="8648700" y="3028950"/>
            <a:ext cx="2286000" cy="1619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A2CB1A4-B7F1-4FA7-BAE2-8675F465F245}"/>
              </a:ext>
            </a:extLst>
          </p:cNvPr>
          <p:cNvSpPr>
            <a:spLocks noGrp="1"/>
          </p:cNvSpPr>
          <p:nvPr/>
        </p:nvSpPr>
        <p:spPr>
          <a:xfrm>
            <a:off x="8839200" y="32575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175" b="1">
                <a:solidFill>
                  <a:srgbClr val="8AC9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AC926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EA97BF4-8E93-42BC-BED2-9B9171522A00}"/>
              </a:ext>
            </a:extLst>
          </p:cNvPr>
          <p:cNvSpPr>
            <a:spLocks noGrp="1"/>
          </p:cNvSpPr>
          <p:nvPr/>
        </p:nvSpPr>
        <p:spPr>
          <a:xfrm>
            <a:off x="8839200" y="382905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4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ең кіші f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7EAF1F3-1621-4C26-B03D-69C56B90BCEE}"/>
              </a:ext>
            </a:extLst>
          </p:cNvPr>
          <p:cNvSpPr>
            <a:spLocks noGrp="1"/>
          </p:cNvSpPr>
          <p:nvPr/>
        </p:nvSpPr>
        <p:spPr>
          <a:xfrm>
            <a:off x="533400" y="5219700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Нәтиже: жол ұзындығы, толық құны және қаралған түйіндер саны</a:t>
            </a:r>
          </a:p>
        </p:txBody>
      </p:sp>
    </p:spTree>
    <p:extLst>
      <p:ext uri="{BB962C8B-B14F-4D97-AF65-F5344CB8AC3E}">
        <p14:creationId xmlns:p14="http://schemas.microsoft.com/office/powerpoint/2010/main" val="205496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71A2035A-27BE-4ABB-BDF0-EE3AD08271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35F264C-17E6-4F0C-89AA-0362B6E09F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FED6C14-3578-46D0-AA18-E97D0ED0B389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ЕСЕП МОДЕЛІ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9259A4-3C80-4569-A6D6-3633B460174A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Жеке мысал: «Pixel City»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0FCFC08-1551-43E3-9003-4C33892B4633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190500" cy="1905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22465F2-6080-4195-81C8-71519F8C2FD8}"/>
              </a:ext>
            </a:extLst>
          </p:cNvPr>
          <p:cNvSpPr>
            <a:spLocks noGrp="1"/>
          </p:cNvSpPr>
          <p:nvPr/>
        </p:nvSpPr>
        <p:spPr>
          <a:xfrm>
            <a:off x="11296650" y="228600"/>
            <a:ext cx="190500" cy="1905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EE87BA4-86D7-4EE4-A083-2E5877A37D53}"/>
              </a:ext>
            </a:extLst>
          </p:cNvPr>
          <p:cNvSpPr>
            <a:spLocks noGrp="1"/>
          </p:cNvSpPr>
          <p:nvPr/>
        </p:nvSpPr>
        <p:spPr>
          <a:xfrm>
            <a:off x="11544300" y="228600"/>
            <a:ext cx="190500" cy="1905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68CBB96-CC75-44FF-AB62-CB21F7D2AA25}"/>
              </a:ext>
            </a:extLst>
          </p:cNvPr>
          <p:cNvSpPr>
            <a:spLocks noGrp="1"/>
          </p:cNvSpPr>
          <p:nvPr/>
        </p:nvSpPr>
        <p:spPr>
          <a:xfrm>
            <a:off x="11296650" y="476250"/>
            <a:ext cx="190500" cy="1905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A2BD1EC-233F-4912-8722-88B15FEE577E}"/>
              </a:ext>
            </a:extLst>
          </p:cNvPr>
          <p:cNvSpPr>
            <a:spLocks noGrp="1"/>
          </p:cNvSpPr>
          <p:nvPr/>
        </p:nvSpPr>
        <p:spPr>
          <a:xfrm>
            <a:off x="11544300" y="476250"/>
            <a:ext cx="190500" cy="1905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CED0C1A-E84A-478D-BEF9-F070CD06DA02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4BEF065-F171-441C-AC83-F0A5A5EA38CF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5D48C2E-7CF2-40E2-A2E8-5BD7836F5FB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988C54F-DCCE-4AEF-8E53-72C31F15E170}"/>
              </a:ext>
            </a:extLst>
          </p:cNvPr>
          <p:cNvSpPr>
            <a:spLocks noGrp="1"/>
          </p:cNvSpPr>
          <p:nvPr/>
        </p:nvSpPr>
        <p:spPr>
          <a:xfrm>
            <a:off x="1531430" y="3686937"/>
            <a:ext cx="442341" cy="442341"/>
          </a:xfrm>
          <a:prstGeom prst="rect">
            <a:avLst/>
          </a:prstGeom>
          <a:solidFill>
            <a:srgbClr val="52213F"/>
          </a:solidFill>
          <a:ln w="9525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7F3852E-6DB0-4304-899B-2F29D450CFDC}"/>
              </a:ext>
            </a:extLst>
          </p:cNvPr>
          <p:cNvSpPr>
            <a:spLocks noGrp="1"/>
          </p:cNvSpPr>
          <p:nvPr/>
        </p:nvSpPr>
        <p:spPr>
          <a:xfrm>
            <a:off x="1531430" y="3719703"/>
            <a:ext cx="442341" cy="1990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1419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19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39D5566-B6E8-411F-932E-C38F79C8917F}"/>
              </a:ext>
            </a:extLst>
          </p:cNvPr>
          <p:cNvSpPr>
            <a:spLocks noGrp="1"/>
          </p:cNvSpPr>
          <p:nvPr/>
        </p:nvSpPr>
        <p:spPr>
          <a:xfrm>
            <a:off x="1474280" y="4186618"/>
            <a:ext cx="556641" cy="1474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382B7BA-64E7-4EFB-88FE-513DC68CBB5C}"/>
              </a:ext>
            </a:extLst>
          </p:cNvPr>
          <p:cNvSpPr>
            <a:spLocks noGrp="1"/>
          </p:cNvSpPr>
          <p:nvPr/>
        </p:nvSpPr>
        <p:spPr>
          <a:xfrm>
            <a:off x="3374517" y="2089595"/>
            <a:ext cx="442341" cy="442341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8CEBA62-357D-42CB-868C-3DF68B1C267C}"/>
              </a:ext>
            </a:extLst>
          </p:cNvPr>
          <p:cNvSpPr>
            <a:spLocks noGrp="1"/>
          </p:cNvSpPr>
          <p:nvPr/>
        </p:nvSpPr>
        <p:spPr>
          <a:xfrm>
            <a:off x="3374517" y="2122361"/>
            <a:ext cx="442341" cy="1990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1419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19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A63C363-2F71-4CD0-97B1-88844D998F9F}"/>
              </a:ext>
            </a:extLst>
          </p:cNvPr>
          <p:cNvSpPr>
            <a:spLocks noGrp="1"/>
          </p:cNvSpPr>
          <p:nvPr/>
        </p:nvSpPr>
        <p:spPr>
          <a:xfrm>
            <a:off x="3317367" y="2589276"/>
            <a:ext cx="556641" cy="1474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h=8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15B9976-7108-4ED9-BF5D-AB0DC5B0495B}"/>
              </a:ext>
            </a:extLst>
          </p:cNvPr>
          <p:cNvSpPr>
            <a:spLocks noGrp="1"/>
          </p:cNvSpPr>
          <p:nvPr/>
        </p:nvSpPr>
        <p:spPr>
          <a:xfrm>
            <a:off x="3374517" y="4956619"/>
            <a:ext cx="442341" cy="442341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3CE65CF-B30A-4E57-9801-93CB5A91C4BA}"/>
              </a:ext>
            </a:extLst>
          </p:cNvPr>
          <p:cNvSpPr>
            <a:spLocks noGrp="1"/>
          </p:cNvSpPr>
          <p:nvPr/>
        </p:nvSpPr>
        <p:spPr>
          <a:xfrm>
            <a:off x="3374517" y="4989385"/>
            <a:ext cx="442341" cy="1990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1419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19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A35E31D-7774-4C01-BEDE-9FA31408F165}"/>
              </a:ext>
            </a:extLst>
          </p:cNvPr>
          <p:cNvSpPr>
            <a:spLocks noGrp="1"/>
          </p:cNvSpPr>
          <p:nvPr/>
        </p:nvSpPr>
        <p:spPr>
          <a:xfrm>
            <a:off x="3317367" y="5456301"/>
            <a:ext cx="556641" cy="1474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h=4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9370C48-E754-44AC-9116-761747754243}"/>
              </a:ext>
            </a:extLst>
          </p:cNvPr>
          <p:cNvSpPr>
            <a:spLocks noGrp="1"/>
          </p:cNvSpPr>
          <p:nvPr/>
        </p:nvSpPr>
        <p:spPr>
          <a:xfrm>
            <a:off x="5545264" y="1761935"/>
            <a:ext cx="442341" cy="442341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BECF800-8D60-4E15-AC22-1520E18CB652}"/>
              </a:ext>
            </a:extLst>
          </p:cNvPr>
          <p:cNvSpPr>
            <a:spLocks noGrp="1"/>
          </p:cNvSpPr>
          <p:nvPr/>
        </p:nvSpPr>
        <p:spPr>
          <a:xfrm>
            <a:off x="5545264" y="1794700"/>
            <a:ext cx="442341" cy="1990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1419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19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F333D5-9F93-41C0-8E15-1F7D8D3903CC}"/>
              </a:ext>
            </a:extLst>
          </p:cNvPr>
          <p:cNvSpPr>
            <a:spLocks noGrp="1"/>
          </p:cNvSpPr>
          <p:nvPr/>
        </p:nvSpPr>
        <p:spPr>
          <a:xfrm>
            <a:off x="5488114" y="2261616"/>
            <a:ext cx="556641" cy="1474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h=6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A103E39-B678-4FB6-BCC1-9735C4E5B0B7}"/>
              </a:ext>
            </a:extLst>
          </p:cNvPr>
          <p:cNvSpPr>
            <a:spLocks noGrp="1"/>
          </p:cNvSpPr>
          <p:nvPr/>
        </p:nvSpPr>
        <p:spPr>
          <a:xfrm>
            <a:off x="5545264" y="3564064"/>
            <a:ext cx="442341" cy="442341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6315112-B408-4C10-9E73-A3435F0A1FA5}"/>
              </a:ext>
            </a:extLst>
          </p:cNvPr>
          <p:cNvSpPr>
            <a:spLocks noGrp="1"/>
          </p:cNvSpPr>
          <p:nvPr/>
        </p:nvSpPr>
        <p:spPr>
          <a:xfrm>
            <a:off x="5545264" y="3596830"/>
            <a:ext cx="442341" cy="1990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1419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19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94491FB-9F35-486E-BDAF-34634A27BCD5}"/>
              </a:ext>
            </a:extLst>
          </p:cNvPr>
          <p:cNvSpPr>
            <a:spLocks noGrp="1"/>
          </p:cNvSpPr>
          <p:nvPr/>
        </p:nvSpPr>
        <p:spPr>
          <a:xfrm>
            <a:off x="5488114" y="4063746"/>
            <a:ext cx="556641" cy="1474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h=2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1C646DD-AA50-4803-A276-642DDEE16196}"/>
              </a:ext>
            </a:extLst>
          </p:cNvPr>
          <p:cNvSpPr>
            <a:spLocks noGrp="1"/>
          </p:cNvSpPr>
          <p:nvPr/>
        </p:nvSpPr>
        <p:spPr>
          <a:xfrm>
            <a:off x="7388352" y="4956619"/>
            <a:ext cx="442341" cy="442341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D22820F-23B4-4F68-BB31-50E8DE4D5AD5}"/>
              </a:ext>
            </a:extLst>
          </p:cNvPr>
          <p:cNvSpPr>
            <a:spLocks noGrp="1"/>
          </p:cNvSpPr>
          <p:nvPr/>
        </p:nvSpPr>
        <p:spPr>
          <a:xfrm>
            <a:off x="7388352" y="4989385"/>
            <a:ext cx="442341" cy="1990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1419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19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C90E8C8-89B7-42CD-A07F-E14FEC3770F4}"/>
              </a:ext>
            </a:extLst>
          </p:cNvPr>
          <p:cNvSpPr>
            <a:spLocks noGrp="1"/>
          </p:cNvSpPr>
          <p:nvPr/>
        </p:nvSpPr>
        <p:spPr>
          <a:xfrm>
            <a:off x="7331202" y="5456301"/>
            <a:ext cx="556641" cy="1474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h=1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41C149D-AC3C-4BBE-9778-E32682531A35}"/>
              </a:ext>
            </a:extLst>
          </p:cNvPr>
          <p:cNvSpPr>
            <a:spLocks noGrp="1"/>
          </p:cNvSpPr>
          <p:nvPr/>
        </p:nvSpPr>
        <p:spPr>
          <a:xfrm>
            <a:off x="9190482" y="3195447"/>
            <a:ext cx="442341" cy="442341"/>
          </a:xfrm>
          <a:prstGeom prst="rect">
            <a:avLst/>
          </a:prstGeom>
          <a:solidFill>
            <a:srgbClr val="314B12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15AD326-70AA-48C8-94CE-F114396BA44B}"/>
              </a:ext>
            </a:extLst>
          </p:cNvPr>
          <p:cNvSpPr>
            <a:spLocks noGrp="1"/>
          </p:cNvSpPr>
          <p:nvPr/>
        </p:nvSpPr>
        <p:spPr>
          <a:xfrm>
            <a:off x="9190482" y="3228213"/>
            <a:ext cx="442341" cy="1990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0"/>
          </a:bodyPr>
          <a:lstStyle/>
          <a:p>
            <a:pPr algn="ctr">
              <a:lnSpc>
                <a:spcPct val="96000"/>
              </a:lnSpc>
              <a:buNone/>
              <a:defRPr sz="1419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419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01943B5-7201-4F0C-B366-62D8A2AFA80C}"/>
              </a:ext>
            </a:extLst>
          </p:cNvPr>
          <p:cNvSpPr>
            <a:spLocks noGrp="1"/>
          </p:cNvSpPr>
          <p:nvPr/>
        </p:nvSpPr>
        <p:spPr>
          <a:xfrm>
            <a:off x="9133332" y="3695128"/>
            <a:ext cx="556641" cy="1474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h=0</a:t>
            </a:r>
          </a:p>
        </p:txBody>
      </p:sp>
      <p:cxnSp>
        <p:nvCxnSpPr>
          <p:cNvPr id="108" name="Прямая со стрелкой 107"/>
          <p:cNvCxnSpPr>
            <a:stCxn id="13" idx="3"/>
            <a:endCxn id="16" idx="1"/>
          </p:cNvCxnSpPr>
          <p:nvPr/>
        </p:nvCxnSpPr>
        <p:spPr>
          <a:xfrm flipV="1">
            <a:off x="1973771" y="2310766"/>
            <a:ext cx="1400746" cy="159734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ECC1DA68-F722-4A5D-B17A-BDB300CAFD44}"/>
              </a:ext>
            </a:extLst>
          </p:cNvPr>
          <p:cNvSpPr>
            <a:spLocks noGrp="1"/>
          </p:cNvSpPr>
          <p:nvPr/>
        </p:nvSpPr>
        <p:spPr>
          <a:xfrm>
            <a:off x="2596325" y="2900553"/>
            <a:ext cx="204788" cy="163830"/>
          </a:xfrm>
          <a:prstGeom prst="roundRect">
            <a:avLst>
              <a:gd name="adj" fmla="val 5814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A0352D7D-AE38-4DDD-870E-03B67CE95F13}"/>
              </a:ext>
            </a:extLst>
          </p:cNvPr>
          <p:cNvSpPr>
            <a:spLocks noGrp="1"/>
          </p:cNvSpPr>
          <p:nvPr/>
        </p:nvSpPr>
        <p:spPr>
          <a:xfrm>
            <a:off x="2604516" y="2916936"/>
            <a:ext cx="180213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1" name="Прямая со стрелкой 110"/>
          <p:cNvCxnSpPr>
            <a:stCxn id="13" idx="3"/>
            <a:endCxn id="19" idx="1"/>
          </p:cNvCxnSpPr>
          <p:nvPr/>
        </p:nvCxnSpPr>
        <p:spPr>
          <a:xfrm>
            <a:off x="1973771" y="3908108"/>
            <a:ext cx="1400746" cy="126968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47719518-6E27-43EB-B4B6-FC9213BFBC0B}"/>
              </a:ext>
            </a:extLst>
          </p:cNvPr>
          <p:cNvSpPr>
            <a:spLocks noGrp="1"/>
          </p:cNvSpPr>
          <p:nvPr/>
        </p:nvSpPr>
        <p:spPr>
          <a:xfrm>
            <a:off x="2596325" y="4645343"/>
            <a:ext cx="204788" cy="163830"/>
          </a:xfrm>
          <a:prstGeom prst="roundRect">
            <a:avLst>
              <a:gd name="adj" fmla="val 5814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2835386-BF17-49CA-949A-2BCA0077D9DD}"/>
              </a:ext>
            </a:extLst>
          </p:cNvPr>
          <p:cNvSpPr>
            <a:spLocks noGrp="1"/>
          </p:cNvSpPr>
          <p:nvPr/>
        </p:nvSpPr>
        <p:spPr>
          <a:xfrm>
            <a:off x="2604516" y="4661726"/>
            <a:ext cx="180213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14" name="Прямая со стрелкой 113"/>
          <p:cNvCxnSpPr>
            <a:stCxn id="16" idx="3"/>
            <a:endCxn id="22" idx="1"/>
          </p:cNvCxnSpPr>
          <p:nvPr/>
        </p:nvCxnSpPr>
        <p:spPr>
          <a:xfrm flipV="1">
            <a:off x="3816858" y="1983106"/>
            <a:ext cx="1728406" cy="32766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0CDF46B5-2E66-4B78-8C52-8AA479E42B1F}"/>
              </a:ext>
            </a:extLst>
          </p:cNvPr>
          <p:cNvSpPr>
            <a:spLocks noGrp="1"/>
          </p:cNvSpPr>
          <p:nvPr/>
        </p:nvSpPr>
        <p:spPr>
          <a:xfrm>
            <a:off x="4562285" y="1999488"/>
            <a:ext cx="204788" cy="163830"/>
          </a:xfrm>
          <a:prstGeom prst="roundRect">
            <a:avLst>
              <a:gd name="adj" fmla="val 5814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712E30D-58CD-4E3C-B580-60BB0A4918D0}"/>
              </a:ext>
            </a:extLst>
          </p:cNvPr>
          <p:cNvSpPr>
            <a:spLocks noGrp="1"/>
          </p:cNvSpPr>
          <p:nvPr/>
        </p:nvSpPr>
        <p:spPr>
          <a:xfrm>
            <a:off x="4570476" y="2015871"/>
            <a:ext cx="180213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7" name="Прямая со стрелкой 116"/>
          <p:cNvCxnSpPr>
            <a:stCxn id="16" idx="3"/>
            <a:endCxn id="25" idx="1"/>
          </p:cNvCxnSpPr>
          <p:nvPr/>
        </p:nvCxnSpPr>
        <p:spPr>
          <a:xfrm>
            <a:off x="3816858" y="2310766"/>
            <a:ext cx="1728406" cy="1474469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DA3735B3-4120-44D2-891D-260B1319CCF5}"/>
              </a:ext>
            </a:extLst>
          </p:cNvPr>
          <p:cNvSpPr>
            <a:spLocks noGrp="1"/>
          </p:cNvSpPr>
          <p:nvPr/>
        </p:nvSpPr>
        <p:spPr>
          <a:xfrm>
            <a:off x="4562285" y="2966085"/>
            <a:ext cx="204788" cy="163830"/>
          </a:xfrm>
          <a:prstGeom prst="roundRect">
            <a:avLst>
              <a:gd name="adj" fmla="val 5814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C3D46C7A-6F87-4BFC-9381-1AF6E5292349}"/>
              </a:ext>
            </a:extLst>
          </p:cNvPr>
          <p:cNvSpPr>
            <a:spLocks noGrp="1"/>
          </p:cNvSpPr>
          <p:nvPr/>
        </p:nvSpPr>
        <p:spPr>
          <a:xfrm>
            <a:off x="4570476" y="2982468"/>
            <a:ext cx="180213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20" name="Прямая со стрелкой 119"/>
          <p:cNvCxnSpPr>
            <a:stCxn id="19" idx="3"/>
            <a:endCxn id="25" idx="1"/>
          </p:cNvCxnSpPr>
          <p:nvPr/>
        </p:nvCxnSpPr>
        <p:spPr>
          <a:xfrm flipV="1">
            <a:off x="3816858" y="3785235"/>
            <a:ext cx="1728406" cy="139255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BFAF469B-169E-4A9B-877B-6FA089DF3276}"/>
              </a:ext>
            </a:extLst>
          </p:cNvPr>
          <p:cNvSpPr>
            <a:spLocks noGrp="1"/>
          </p:cNvSpPr>
          <p:nvPr/>
        </p:nvSpPr>
        <p:spPr>
          <a:xfrm>
            <a:off x="4562285" y="4481512"/>
            <a:ext cx="204788" cy="163830"/>
          </a:xfrm>
          <a:prstGeom prst="roundRect">
            <a:avLst>
              <a:gd name="adj" fmla="val 5814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F12DB90D-9BCD-4B50-9707-A68EC5A1D8D3}"/>
              </a:ext>
            </a:extLst>
          </p:cNvPr>
          <p:cNvSpPr>
            <a:spLocks noGrp="1"/>
          </p:cNvSpPr>
          <p:nvPr/>
        </p:nvSpPr>
        <p:spPr>
          <a:xfrm>
            <a:off x="4570476" y="4497896"/>
            <a:ext cx="180213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3" name="Прямая со стрелкой 122"/>
          <p:cNvCxnSpPr>
            <a:stCxn id="19" idx="3"/>
            <a:endCxn id="28" idx="1"/>
          </p:cNvCxnSpPr>
          <p:nvPr/>
        </p:nvCxnSpPr>
        <p:spPr>
          <a:xfrm>
            <a:off x="3816858" y="5177790"/>
            <a:ext cx="3571494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C4E22525-2C9D-431C-ACDD-800ADB608162}"/>
              </a:ext>
            </a:extLst>
          </p:cNvPr>
          <p:cNvSpPr>
            <a:spLocks noGrp="1"/>
          </p:cNvSpPr>
          <p:nvPr/>
        </p:nvSpPr>
        <p:spPr>
          <a:xfrm>
            <a:off x="5545264" y="5177790"/>
            <a:ext cx="204788" cy="163830"/>
          </a:xfrm>
          <a:prstGeom prst="roundRect">
            <a:avLst>
              <a:gd name="adj" fmla="val 5814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7324042D-F14A-496E-9F15-3F6D09E35F69}"/>
              </a:ext>
            </a:extLst>
          </p:cNvPr>
          <p:cNvSpPr>
            <a:spLocks noGrp="1"/>
          </p:cNvSpPr>
          <p:nvPr/>
        </p:nvSpPr>
        <p:spPr>
          <a:xfrm>
            <a:off x="5553456" y="5194173"/>
            <a:ext cx="180213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26" name="Прямая со стрелкой 125"/>
          <p:cNvCxnSpPr>
            <a:stCxn id="22" idx="3"/>
            <a:endCxn id="31" idx="1"/>
          </p:cNvCxnSpPr>
          <p:nvPr/>
        </p:nvCxnSpPr>
        <p:spPr>
          <a:xfrm>
            <a:off x="5987605" y="1983106"/>
            <a:ext cx="3202877" cy="143351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E631B19C-7DC7-4606-ACC5-63C0244A0653}"/>
              </a:ext>
            </a:extLst>
          </p:cNvPr>
          <p:cNvSpPr>
            <a:spLocks noGrp="1"/>
          </p:cNvSpPr>
          <p:nvPr/>
        </p:nvSpPr>
        <p:spPr>
          <a:xfrm>
            <a:off x="7429309" y="2351723"/>
            <a:ext cx="204788" cy="163830"/>
          </a:xfrm>
          <a:prstGeom prst="roundRect">
            <a:avLst>
              <a:gd name="adj" fmla="val 5814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9B20CE10-64D0-408E-A4DA-6A44D53C8C14}"/>
              </a:ext>
            </a:extLst>
          </p:cNvPr>
          <p:cNvSpPr>
            <a:spLocks noGrp="1"/>
          </p:cNvSpPr>
          <p:nvPr/>
        </p:nvSpPr>
        <p:spPr>
          <a:xfrm>
            <a:off x="7437501" y="2368106"/>
            <a:ext cx="180213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29" name="Прямая со стрелкой 128"/>
          <p:cNvCxnSpPr>
            <a:stCxn id="25" idx="3"/>
            <a:endCxn id="28" idx="1"/>
          </p:cNvCxnSpPr>
          <p:nvPr/>
        </p:nvCxnSpPr>
        <p:spPr>
          <a:xfrm>
            <a:off x="5987605" y="3785235"/>
            <a:ext cx="1400747" cy="139255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90A735D2-CB8D-4051-8FFF-748737D58838}"/>
              </a:ext>
            </a:extLst>
          </p:cNvPr>
          <p:cNvSpPr>
            <a:spLocks noGrp="1"/>
          </p:cNvSpPr>
          <p:nvPr/>
        </p:nvSpPr>
        <p:spPr>
          <a:xfrm>
            <a:off x="6610159" y="4522470"/>
            <a:ext cx="204788" cy="163830"/>
          </a:xfrm>
          <a:prstGeom prst="roundRect">
            <a:avLst>
              <a:gd name="adj" fmla="val 5814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91097E9D-177B-4C77-BDF9-EBA6BA4F1D15}"/>
              </a:ext>
            </a:extLst>
          </p:cNvPr>
          <p:cNvSpPr>
            <a:spLocks noGrp="1"/>
          </p:cNvSpPr>
          <p:nvPr/>
        </p:nvSpPr>
        <p:spPr>
          <a:xfrm>
            <a:off x="6618351" y="4538853"/>
            <a:ext cx="180213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32" name="Прямая со стрелкой 131"/>
          <p:cNvCxnSpPr>
            <a:stCxn id="25" idx="3"/>
            <a:endCxn id="31" idx="1"/>
          </p:cNvCxnSpPr>
          <p:nvPr/>
        </p:nvCxnSpPr>
        <p:spPr>
          <a:xfrm flipV="1">
            <a:off x="5987605" y="3416618"/>
            <a:ext cx="3202877" cy="368617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720E25F2-2FC5-4221-86E1-9137A8500A98}"/>
              </a:ext>
            </a:extLst>
          </p:cNvPr>
          <p:cNvSpPr>
            <a:spLocks noGrp="1"/>
          </p:cNvSpPr>
          <p:nvPr/>
        </p:nvSpPr>
        <p:spPr>
          <a:xfrm>
            <a:off x="7511224" y="3416618"/>
            <a:ext cx="204788" cy="163830"/>
          </a:xfrm>
          <a:prstGeom prst="roundRect">
            <a:avLst>
              <a:gd name="adj" fmla="val 5814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1FDB1AD6-CFDC-4446-819A-7FF5D2FCC5EC}"/>
              </a:ext>
            </a:extLst>
          </p:cNvPr>
          <p:cNvSpPr>
            <a:spLocks noGrp="1"/>
          </p:cNvSpPr>
          <p:nvPr/>
        </p:nvSpPr>
        <p:spPr>
          <a:xfrm>
            <a:off x="7519416" y="3433001"/>
            <a:ext cx="180213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35" name="Прямая со стрелкой 134"/>
          <p:cNvCxnSpPr>
            <a:stCxn id="28" idx="0"/>
            <a:endCxn id="31" idx="1"/>
          </p:cNvCxnSpPr>
          <p:nvPr/>
        </p:nvCxnSpPr>
        <p:spPr>
          <a:xfrm flipV="1">
            <a:off x="7609523" y="3416618"/>
            <a:ext cx="1580959" cy="154000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120D42FA-0BF4-4D5E-BB0F-B177868DABA0}"/>
              </a:ext>
            </a:extLst>
          </p:cNvPr>
          <p:cNvSpPr>
            <a:spLocks noGrp="1"/>
          </p:cNvSpPr>
          <p:nvPr/>
        </p:nvSpPr>
        <p:spPr>
          <a:xfrm>
            <a:off x="8412290" y="4317683"/>
            <a:ext cx="204788" cy="163830"/>
          </a:xfrm>
          <a:prstGeom prst="roundRect">
            <a:avLst>
              <a:gd name="adj" fmla="val 5814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F1408174-0CD8-4068-9639-54EFE0BA36DF}"/>
              </a:ext>
            </a:extLst>
          </p:cNvPr>
          <p:cNvSpPr>
            <a:spLocks noGrp="1"/>
          </p:cNvSpPr>
          <p:nvPr/>
        </p:nvSpPr>
        <p:spPr>
          <a:xfrm>
            <a:off x="8420481" y="4334066"/>
            <a:ext cx="180213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709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E795D00F-6C2B-474F-832B-1C121BE8FAD8}"/>
              </a:ext>
            </a:extLst>
          </p:cNvPr>
          <p:cNvSpPr>
            <a:spLocks noGrp="1"/>
          </p:cNvSpPr>
          <p:nvPr/>
        </p:nvSpPr>
        <p:spPr>
          <a:xfrm>
            <a:off x="9258300" y="1343025"/>
            <a:ext cx="2324100" cy="327660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ADF77971-2C0D-4CA3-B21A-FAEE4F6F6949}"/>
              </a:ext>
            </a:extLst>
          </p:cNvPr>
          <p:cNvSpPr>
            <a:spLocks noGrp="1"/>
          </p:cNvSpPr>
          <p:nvPr/>
        </p:nvSpPr>
        <p:spPr>
          <a:xfrm>
            <a:off x="9467850" y="1619250"/>
            <a:ext cx="1809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050" b="1">
                <a:solidFill>
                  <a:srgbClr val="69E3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E3F2"/>
                </a:solidFill>
                <a:latin typeface="Arial"/>
                <a:ea typeface="Arial"/>
                <a:cs typeface="Arial"/>
              </a:rPr>
              <a:t>БЕЛГІЛЕР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31DF7544-3000-4600-8670-2993F778FA94}"/>
              </a:ext>
            </a:extLst>
          </p:cNvPr>
          <p:cNvSpPr>
            <a:spLocks noGrp="1"/>
          </p:cNvSpPr>
          <p:nvPr/>
        </p:nvSpPr>
        <p:spPr>
          <a:xfrm>
            <a:off x="9467850" y="2095500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1">
                <a:solidFill>
                  <a:srgbClr val="F15B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15BB5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6A230FC1-E8E7-49CE-A96E-2B2DC57F9C10}"/>
              </a:ext>
            </a:extLst>
          </p:cNvPr>
          <p:cNvSpPr>
            <a:spLocks noGrp="1"/>
          </p:cNvSpPr>
          <p:nvPr/>
        </p:nvSpPr>
        <p:spPr>
          <a:xfrm>
            <a:off x="9810750" y="2133600"/>
            <a:ext cx="1524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бастапқы нүкте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C41CD2EE-CAAC-4516-A200-0F212BEEDF06}"/>
              </a:ext>
            </a:extLst>
          </p:cNvPr>
          <p:cNvSpPr>
            <a:spLocks noGrp="1"/>
          </p:cNvSpPr>
          <p:nvPr/>
        </p:nvSpPr>
        <p:spPr>
          <a:xfrm>
            <a:off x="9467850" y="2571750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1">
                <a:solidFill>
                  <a:srgbClr val="8AC9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AC926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C248F304-9D76-4D96-B73C-39B202C21B84}"/>
              </a:ext>
            </a:extLst>
          </p:cNvPr>
          <p:cNvSpPr>
            <a:spLocks noGrp="1"/>
          </p:cNvSpPr>
          <p:nvPr/>
        </p:nvSpPr>
        <p:spPr>
          <a:xfrm>
            <a:off x="9810750" y="2609850"/>
            <a:ext cx="1524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мақсатты нүкте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3C9BF803-E167-4342-9FBB-9167F64CB8CB}"/>
              </a:ext>
            </a:extLst>
          </p:cNvPr>
          <p:cNvSpPr>
            <a:spLocks noGrp="1"/>
          </p:cNvSpPr>
          <p:nvPr/>
        </p:nvSpPr>
        <p:spPr>
          <a:xfrm>
            <a:off x="9467850" y="3048000"/>
            <a:ext cx="28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650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394C602E-70E1-4BEE-B892-B49D94814F5C}"/>
              </a:ext>
            </a:extLst>
          </p:cNvPr>
          <p:cNvSpPr>
            <a:spLocks noGrp="1"/>
          </p:cNvSpPr>
          <p:nvPr/>
        </p:nvSpPr>
        <p:spPr>
          <a:xfrm>
            <a:off x="9810750" y="3086100"/>
            <a:ext cx="1524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қабырға құны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2B31492E-1F10-4096-97E8-D3D0F551C129}"/>
              </a:ext>
            </a:extLst>
          </p:cNvPr>
          <p:cNvSpPr>
            <a:spLocks noGrp="1"/>
          </p:cNvSpPr>
          <p:nvPr/>
        </p:nvSpPr>
        <p:spPr>
          <a:xfrm>
            <a:off x="9467850" y="352425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350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h=4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E95822DF-26C7-4F0B-98DC-D1C1C1A4A03F}"/>
              </a:ext>
            </a:extLst>
          </p:cNvPr>
          <p:cNvSpPr>
            <a:spLocks noGrp="1"/>
          </p:cNvSpPr>
          <p:nvPr/>
        </p:nvSpPr>
        <p:spPr>
          <a:xfrm>
            <a:off x="10001250" y="3562350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Goal-ға болжам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2D54C198-7795-4F62-9819-9AC09D67D0E7}"/>
              </a:ext>
            </a:extLst>
          </p:cNvPr>
          <p:cNvSpPr>
            <a:spLocks noGrp="1"/>
          </p:cNvSpPr>
          <p:nvPr/>
        </p:nvSpPr>
        <p:spPr>
          <a:xfrm>
            <a:off x="9258300" y="5000625"/>
            <a:ext cx="2247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1380"/>
          </a:bodyPr>
          <a:lstStyle/>
          <a:p>
            <a:pPr algn="ctr">
              <a:lnSpc>
                <a:spcPct val="96000"/>
              </a:lnSpc>
              <a:buNone/>
              <a:defRPr sz="1200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Қабырғалар бағытталған: солдан оңға</a:t>
            </a:r>
          </a:p>
        </p:txBody>
      </p:sp>
    </p:spTree>
    <p:extLst>
      <p:ext uri="{BB962C8B-B14F-4D97-AF65-F5344CB8AC3E}">
        <p14:creationId xmlns:p14="http://schemas.microsoft.com/office/powerpoint/2010/main" val="91437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E98A9E9-479C-42A8-B130-ED1B8BCCFE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6203B0-A477-4657-B228-B6E66710DF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BE0D318-F4F8-425B-BFAD-C7251ECD816D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ЕСЕП МОДЕЛІ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B4A172-83BC-4FC3-8CF5-A5B8A5A27FE8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Берілгендер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9EFE192-0FB3-43E0-88B3-BDAE436BF092}"/>
              </a:ext>
            </a:extLst>
          </p:cNvPr>
          <p:cNvSpPr>
            <a:spLocks noGrp="1"/>
          </p:cNvSpPr>
          <p:nvPr/>
        </p:nvSpPr>
        <p:spPr>
          <a:xfrm>
            <a:off x="400050" y="603885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63E0FE5-773F-4421-B816-7AA2921CDBEA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73EB71-F967-4C84-96B9-4C4FF737D7FC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3172551-AB60-41B5-9FE5-ED42F342B121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81D630B-674D-4634-913A-6BA7CC09709E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AE31753-D924-4CAB-9EE1-72D5B90A5C25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3360C3C-7F75-4364-BB4E-530894A599EF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9C2FF81-B666-4BEE-9860-3A186EBA9BB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D5CE9C0-D9F7-4B33-907C-C23AA960ABB8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650" b="1">
                <a:solidFill>
                  <a:srgbClr val="69E3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E3F2"/>
                </a:solidFill>
                <a:latin typeface="Arial"/>
                <a:ea typeface="Arial"/>
                <a:cs typeface="Arial"/>
              </a:rPr>
              <a:t>Қабырға құны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B14F828-6BB9-4D2B-B234-025FD0D616CF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3905250" cy="21907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2207307-B2D8-4190-B61E-75F61FA41F79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33337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4000"/>
              </a:lnSpc>
              <a:buNone/>
              <a:defRPr sz="1500" b="0">
                <a:solidFill>
                  <a:srgbClr val="F3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3F8FA"/>
                </a:solidFill>
                <a:latin typeface="Consolas"/>
                <a:ea typeface="Consolas"/>
                <a:cs typeface="Consolas"/>
              </a:rPr>
              <a:t>S→A=2      S→B=1</a:t>
            </a:r>
          </a:p>
          <a:p>
            <a:pPr algn="l">
              <a:lnSpc>
                <a:spcPct val="124000"/>
              </a:lnSpc>
              <a:buNone/>
              <a:defRPr sz="1500" b="0">
                <a:solidFill>
                  <a:srgbClr val="F3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3F8FA"/>
                </a:solidFill>
                <a:latin typeface="Consolas"/>
                <a:ea typeface="Consolas"/>
                <a:cs typeface="Consolas"/>
              </a:rPr>
              <a:t>A→C=2      A→D=7</a:t>
            </a:r>
          </a:p>
          <a:p>
            <a:pPr algn="l">
              <a:lnSpc>
                <a:spcPct val="124000"/>
              </a:lnSpc>
              <a:buNone/>
              <a:defRPr sz="1500" b="0">
                <a:solidFill>
                  <a:srgbClr val="F3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3F8FA"/>
                </a:solidFill>
                <a:latin typeface="Consolas"/>
                <a:ea typeface="Consolas"/>
                <a:cs typeface="Consolas"/>
              </a:rPr>
              <a:t>B→D=2      B→E=5</a:t>
            </a:r>
          </a:p>
          <a:p>
            <a:pPr algn="l">
              <a:lnSpc>
                <a:spcPct val="124000"/>
              </a:lnSpc>
              <a:buNone/>
              <a:defRPr sz="1500" b="0">
                <a:solidFill>
                  <a:srgbClr val="F3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3F8FA"/>
                </a:solidFill>
                <a:latin typeface="Consolas"/>
                <a:ea typeface="Consolas"/>
                <a:cs typeface="Consolas"/>
              </a:rPr>
              <a:t>C→G=6      D→E=1</a:t>
            </a:r>
          </a:p>
          <a:p>
            <a:pPr algn="l">
              <a:lnSpc>
                <a:spcPct val="124000"/>
              </a:lnSpc>
              <a:buNone/>
              <a:defRPr sz="1500" b="0">
                <a:solidFill>
                  <a:srgbClr val="F3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3F8FA"/>
                </a:solidFill>
                <a:latin typeface="Consolas"/>
                <a:ea typeface="Consolas"/>
                <a:cs typeface="Consolas"/>
              </a:rPr>
              <a:t>D→G=6      E→G=1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356752-DD64-451A-9935-6B6A45BEEEE2}"/>
              </a:ext>
            </a:extLst>
          </p:cNvPr>
          <p:cNvSpPr>
            <a:spLocks noGrp="1"/>
          </p:cNvSpPr>
          <p:nvPr/>
        </p:nvSpPr>
        <p:spPr>
          <a:xfrm>
            <a:off x="5429250" y="14287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650" b="1">
                <a:solidFill>
                  <a:srgbClr val="8AC9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AC926"/>
                </a:solidFill>
                <a:latin typeface="Arial"/>
                <a:ea typeface="Arial"/>
                <a:cs typeface="Arial"/>
              </a:rPr>
              <a:t>Heuristic h(n)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4596C5D-2E7F-45AE-9EDE-964CDDD6B660}"/>
              </a:ext>
            </a:extLst>
          </p:cNvPr>
          <p:cNvSpPr>
            <a:spLocks noGrp="1"/>
          </p:cNvSpPr>
          <p:nvPr/>
        </p:nvSpPr>
        <p:spPr>
          <a:xfrm>
            <a:off x="5429250" y="1885950"/>
            <a:ext cx="3905250" cy="21907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25DBC6B-13A8-4172-AFA0-28D9143DC340}"/>
              </a:ext>
            </a:extLst>
          </p:cNvPr>
          <p:cNvSpPr>
            <a:spLocks noGrp="1"/>
          </p:cNvSpPr>
          <p:nvPr/>
        </p:nvSpPr>
        <p:spPr>
          <a:xfrm>
            <a:off x="5695950" y="2266950"/>
            <a:ext cx="3333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575" b="0">
                <a:solidFill>
                  <a:srgbClr val="F3F8F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3F8FA"/>
                </a:solidFill>
                <a:latin typeface="Consolas"/>
                <a:ea typeface="Consolas"/>
                <a:cs typeface="Consolas"/>
              </a:rPr>
              <a:t>h(S)=5     h(A)=8     h(B)=4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F3F8F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3F8FA"/>
                </a:solidFill>
                <a:latin typeface="Consolas"/>
                <a:ea typeface="Consolas"/>
                <a:cs typeface="Consolas"/>
              </a:rPr>
              <a:t>h(C)=6     h(D)=2     h(E)=1</a:t>
            </a:r>
          </a:p>
          <a:p>
            <a:pPr algn="l">
              <a:lnSpc>
                <a:spcPct val="128000"/>
              </a:lnSpc>
              <a:buNone/>
              <a:defRPr sz="1575" b="0">
                <a:solidFill>
                  <a:srgbClr val="F3F8F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3F8FA"/>
                </a:solidFill>
                <a:latin typeface="Consolas"/>
                <a:ea typeface="Consolas"/>
                <a:cs typeface="Consolas"/>
              </a:rPr>
              <a:t>h(G)=0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C6D90F6-02E0-4133-879A-EDA393CE3BF3}"/>
              </a:ext>
            </a:extLst>
          </p:cNvPr>
          <p:cNvSpPr>
            <a:spLocks noGrp="1"/>
          </p:cNvSpPr>
          <p:nvPr/>
        </p:nvSpPr>
        <p:spPr>
          <a:xfrm>
            <a:off x="533400" y="4733925"/>
            <a:ext cx="8801100" cy="762000"/>
          </a:xfrm>
          <a:prstGeom prst="rect">
            <a:avLst/>
          </a:prstGeom>
          <a:solidFill>
            <a:srgbClr val="06121D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5F098B9-6789-466E-9AFF-7444E3A79CBE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6451"/>
          </a:bodyPr>
          <a:lstStyle/>
          <a:p>
            <a:pPr algn="ctr">
              <a:lnSpc>
                <a:spcPct val="96000"/>
              </a:lnSpc>
              <a:buNone/>
              <a:defRPr sz="2025" b="1">
                <a:solidFill>
                  <a:srgbClr val="FFD166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A*:   f(n) = g(n) + h(n)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48E1C26-3975-401F-9D3B-9B63BC374FA0}"/>
              </a:ext>
            </a:extLst>
          </p:cNvPr>
          <p:cNvSpPr>
            <a:spLocks noGrp="1"/>
          </p:cNvSpPr>
          <p:nvPr/>
        </p:nvSpPr>
        <p:spPr>
          <a:xfrm>
            <a:off x="533400" y="579120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35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g — Start-тан нақты құн   |   h — Goal-ға болжам   |   f — жалпы баға</a:t>
            </a:r>
          </a:p>
        </p:txBody>
      </p:sp>
    </p:spTree>
    <p:extLst>
      <p:ext uri="{BB962C8B-B14F-4D97-AF65-F5344CB8AC3E}">
        <p14:creationId xmlns:p14="http://schemas.microsoft.com/office/powerpoint/2010/main" val="86035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A76CE373-87E7-46E1-9A23-7ECB1C71F8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D236B09-995F-42D8-9747-936FBB3577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22EF73F-A904-42BC-83B4-A8C70EC49F95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18D8CA9-6567-4C98-BF69-16907B874523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DFS — Depth-First Search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522DAB4-A22C-4A6B-9C21-D22F7B9831BA}"/>
              </a:ext>
            </a:extLst>
          </p:cNvPr>
          <p:cNvSpPr>
            <a:spLocks noGrp="1"/>
          </p:cNvSpPr>
          <p:nvPr/>
        </p:nvSpPr>
        <p:spPr>
          <a:xfrm>
            <a:off x="10991850" y="61150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E5CC75A-9F59-4CFD-A646-A9FEF14890B2}"/>
              </a:ext>
            </a:extLst>
          </p:cNvPr>
          <p:cNvSpPr>
            <a:spLocks noGrp="1"/>
          </p:cNvSpPr>
          <p:nvPr/>
        </p:nvSpPr>
        <p:spPr>
          <a:xfrm>
            <a:off x="11201400" y="611505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DC8BD05-1E28-43B7-9B13-B0A9F54546E1}"/>
              </a:ext>
            </a:extLst>
          </p:cNvPr>
          <p:cNvSpPr>
            <a:spLocks noGrp="1"/>
          </p:cNvSpPr>
          <p:nvPr/>
        </p:nvSpPr>
        <p:spPr>
          <a:xfrm>
            <a:off x="11410950" y="590550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41AB2A-C75E-43B0-941E-F82319CBB7B3}"/>
              </a:ext>
            </a:extLst>
          </p:cNvPr>
          <p:cNvSpPr>
            <a:spLocks noGrp="1"/>
          </p:cNvSpPr>
          <p:nvPr/>
        </p:nvSpPr>
        <p:spPr>
          <a:xfrm>
            <a:off x="11410950" y="61150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67D2778-1C2E-4B13-B76D-D5C7C4D4F2C5}"/>
              </a:ext>
            </a:extLst>
          </p:cNvPr>
          <p:cNvSpPr>
            <a:spLocks noGrp="1"/>
          </p:cNvSpPr>
          <p:nvPr/>
        </p:nvSpPr>
        <p:spPr>
          <a:xfrm>
            <a:off x="11620500" y="59055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74F3354-EB1D-4C1C-BDC8-2B23F6903E12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98C5ED9-8124-4C28-AA73-C6DE80858E0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BC42C5E-DECB-484D-A839-C6B78434BAD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C124D73-4D32-48E8-92E8-69EDD372F626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562100" cy="285750"/>
          </a:xfrm>
          <a:prstGeom prst="roundRect">
            <a:avLst>
              <a:gd name="adj" fmla="val 6667"/>
            </a:avLst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C5EB653-7FD1-443A-92B5-329A218B7E1D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4097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АЛГОРИТМ 01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BDD6792-DFEE-4CA4-8538-5DD213ED0ED7}"/>
              </a:ext>
            </a:extLst>
          </p:cNvPr>
          <p:cNvSpPr>
            <a:spLocks noGrp="1"/>
          </p:cNvSpPr>
          <p:nvPr/>
        </p:nvSpPr>
        <p:spPr>
          <a:xfrm>
            <a:off x="533400" y="1685925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0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Алдымен тереңге кіреді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C2F9FBC-D429-4D25-A8B6-63AEB4919907}"/>
              </a:ext>
            </a:extLst>
          </p:cNvPr>
          <p:cNvSpPr>
            <a:spLocks noGrp="1"/>
          </p:cNvSpPr>
          <p:nvPr/>
        </p:nvSpPr>
        <p:spPr>
          <a:xfrm>
            <a:off x="533400" y="2295525"/>
            <a:ext cx="47053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Стек (LIFO). Мақсатқа жылдам жетуі мүмкін, бірақ құн мен ең қысқа қадамға кепіл жоқ.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FF699C2-4E1C-4DFD-8EB3-B6E8C70F55DB}"/>
              </a:ext>
            </a:extLst>
          </p:cNvPr>
          <p:cNvSpPr>
            <a:spLocks noGrp="1"/>
          </p:cNvSpPr>
          <p:nvPr/>
        </p:nvSpPr>
        <p:spPr>
          <a:xfrm>
            <a:off x="533400" y="33147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0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FRONTIER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44947E9-2DD5-4E7C-B277-6A275BCCE60E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1">
                <a:solidFill>
                  <a:srgbClr val="F15B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15BB5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F418BD6-2156-46E4-A1B7-0A99BFD12586}"/>
              </a:ext>
            </a:extLst>
          </p:cNvPr>
          <p:cNvSpPr>
            <a:spLocks noGrp="1"/>
          </p:cNvSpPr>
          <p:nvPr/>
        </p:nvSpPr>
        <p:spPr>
          <a:xfrm>
            <a:off x="2743200" y="33147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0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БАСЫМДЫҚ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F8AA4DC-CDB8-4DC4-B3A2-A27BA6D649AD}"/>
              </a:ext>
            </a:extLst>
          </p:cNvPr>
          <p:cNvSpPr>
            <a:spLocks noGrp="1"/>
          </p:cNvSpPr>
          <p:nvPr/>
        </p:nvSpPr>
        <p:spPr>
          <a:xfrm>
            <a:off x="2743200" y="35052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1">
                <a:solidFill>
                  <a:srgbClr val="F15B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15BB5"/>
                </a:solidFill>
                <a:latin typeface="Arial"/>
                <a:ea typeface="Arial"/>
                <a:cs typeface="Arial"/>
              </a:rPr>
              <a:t>тереңдік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6B71B6C-B8CF-415E-BF0B-696768A68708}"/>
              </a:ext>
            </a:extLst>
          </p:cNvPr>
          <p:cNvSpPr>
            <a:spLocks noGrp="1"/>
          </p:cNvSpPr>
          <p:nvPr/>
        </p:nvSpPr>
        <p:spPr>
          <a:xfrm>
            <a:off x="533400" y="4162425"/>
            <a:ext cx="4762500" cy="1771650"/>
          </a:xfrm>
          <a:prstGeom prst="rect">
            <a:avLst/>
          </a:prstGeom>
          <a:solidFill>
            <a:srgbClr val="06121D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4372EB4-1C69-4741-8518-F837F95041EF}"/>
              </a:ext>
            </a:extLst>
          </p:cNvPr>
          <p:cNvSpPr>
            <a:spLocks noGrp="1"/>
          </p:cNvSpPr>
          <p:nvPr/>
        </p:nvSpPr>
        <p:spPr>
          <a:xfrm>
            <a:off x="704850" y="4324350"/>
            <a:ext cx="44196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stack = [start]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while stack: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u = stack.pop()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visit(u)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if u == goal: break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for v in reversed(graph[u]):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  stack.append(v)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E852323-5FDF-4C46-AA0A-C6A14F834B54}"/>
              </a:ext>
            </a:extLst>
          </p:cNvPr>
          <p:cNvSpPr>
            <a:spLocks noGrp="1"/>
          </p:cNvSpPr>
          <p:nvPr/>
        </p:nvSpPr>
        <p:spPr>
          <a:xfrm>
            <a:off x="6049423" y="2895219"/>
            <a:ext cx="293180" cy="293180"/>
          </a:xfrm>
          <a:prstGeom prst="rect">
            <a:avLst/>
          </a:prstGeom>
          <a:solidFill>
            <a:srgbClr val="52213F"/>
          </a:solidFill>
          <a:ln w="9525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DA3DFF7-2240-45C8-8808-506CA222799A}"/>
              </a:ext>
            </a:extLst>
          </p:cNvPr>
          <p:cNvSpPr>
            <a:spLocks noGrp="1"/>
          </p:cNvSpPr>
          <p:nvPr/>
        </p:nvSpPr>
        <p:spPr>
          <a:xfrm>
            <a:off x="6049423" y="2916936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33EB1CD-4361-44C7-B8E5-AF97F0F4C11F}"/>
              </a:ext>
            </a:extLst>
          </p:cNvPr>
          <p:cNvSpPr>
            <a:spLocks noGrp="1"/>
          </p:cNvSpPr>
          <p:nvPr/>
        </p:nvSpPr>
        <p:spPr>
          <a:xfrm>
            <a:off x="7271004" y="1836515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AAECEE9-EA74-4D16-A96D-7426CB9F2767}"/>
              </a:ext>
            </a:extLst>
          </p:cNvPr>
          <p:cNvSpPr>
            <a:spLocks noGrp="1"/>
          </p:cNvSpPr>
          <p:nvPr/>
        </p:nvSpPr>
        <p:spPr>
          <a:xfrm>
            <a:off x="7271004" y="1858232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E35489B-ECEF-409C-BFE4-A7832C0B0D4B}"/>
              </a:ext>
            </a:extLst>
          </p:cNvPr>
          <p:cNvSpPr>
            <a:spLocks noGrp="1"/>
          </p:cNvSpPr>
          <p:nvPr/>
        </p:nvSpPr>
        <p:spPr>
          <a:xfrm>
            <a:off x="7271004" y="3736753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B3DDC6E-693D-4E3E-851E-91C878428CF2}"/>
              </a:ext>
            </a:extLst>
          </p:cNvPr>
          <p:cNvSpPr>
            <a:spLocks noGrp="1"/>
          </p:cNvSpPr>
          <p:nvPr/>
        </p:nvSpPr>
        <p:spPr>
          <a:xfrm>
            <a:off x="7271004" y="3758470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16C878F-C42A-4F62-8B44-8BDD272F6F99}"/>
              </a:ext>
            </a:extLst>
          </p:cNvPr>
          <p:cNvSpPr>
            <a:spLocks noGrp="1"/>
          </p:cNvSpPr>
          <p:nvPr/>
        </p:nvSpPr>
        <p:spPr>
          <a:xfrm>
            <a:off x="8709755" y="1619345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05009C3-B6E1-4C56-B142-EFB9FC1786E3}"/>
              </a:ext>
            </a:extLst>
          </p:cNvPr>
          <p:cNvSpPr>
            <a:spLocks noGrp="1"/>
          </p:cNvSpPr>
          <p:nvPr/>
        </p:nvSpPr>
        <p:spPr>
          <a:xfrm>
            <a:off x="8709755" y="1641062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E08311A-C65E-45B8-9D86-AFA72CADE038}"/>
              </a:ext>
            </a:extLst>
          </p:cNvPr>
          <p:cNvSpPr>
            <a:spLocks noGrp="1"/>
          </p:cNvSpPr>
          <p:nvPr/>
        </p:nvSpPr>
        <p:spPr>
          <a:xfrm>
            <a:off x="8709755" y="2813780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1A38F32-B2DE-4EEC-8B99-36DFA0395F22}"/>
              </a:ext>
            </a:extLst>
          </p:cNvPr>
          <p:cNvSpPr>
            <a:spLocks noGrp="1"/>
          </p:cNvSpPr>
          <p:nvPr/>
        </p:nvSpPr>
        <p:spPr>
          <a:xfrm>
            <a:off x="8709755" y="2835497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0D55755-7621-4C46-9992-91E4035245AF}"/>
              </a:ext>
            </a:extLst>
          </p:cNvPr>
          <p:cNvSpPr>
            <a:spLocks noGrp="1"/>
          </p:cNvSpPr>
          <p:nvPr/>
        </p:nvSpPr>
        <p:spPr>
          <a:xfrm>
            <a:off x="9931336" y="3736753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65FF3B7-412E-4521-8982-55EA2E789D75}"/>
              </a:ext>
            </a:extLst>
          </p:cNvPr>
          <p:cNvSpPr>
            <a:spLocks noGrp="1"/>
          </p:cNvSpPr>
          <p:nvPr/>
        </p:nvSpPr>
        <p:spPr>
          <a:xfrm>
            <a:off x="9931336" y="3758470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B5D317C-98C0-48EE-8A5B-0F6A1C35778C}"/>
              </a:ext>
            </a:extLst>
          </p:cNvPr>
          <p:cNvSpPr>
            <a:spLocks noGrp="1"/>
          </p:cNvSpPr>
          <p:nvPr/>
        </p:nvSpPr>
        <p:spPr>
          <a:xfrm>
            <a:off x="11125771" y="2569464"/>
            <a:ext cx="293180" cy="293180"/>
          </a:xfrm>
          <a:prstGeom prst="rect">
            <a:avLst/>
          </a:prstGeom>
          <a:solidFill>
            <a:srgbClr val="314B12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A72907A-5C95-4964-962B-A52A6704436B}"/>
              </a:ext>
            </a:extLst>
          </p:cNvPr>
          <p:cNvSpPr>
            <a:spLocks noGrp="1"/>
          </p:cNvSpPr>
          <p:nvPr/>
        </p:nvSpPr>
        <p:spPr>
          <a:xfrm>
            <a:off x="11125771" y="2591181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cxnSp>
        <p:nvCxnSpPr>
          <p:cNvPr id="105" name="Прямая со стрелкой 104"/>
          <p:cNvCxnSpPr>
            <a:stCxn id="23" idx="3"/>
            <a:endCxn id="25" idx="1"/>
          </p:cNvCxnSpPr>
          <p:nvPr/>
        </p:nvCxnSpPr>
        <p:spPr>
          <a:xfrm flipV="1">
            <a:off x="6342603" y="1983105"/>
            <a:ext cx="928401" cy="1058704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484EAE0D-2AC1-4D2C-98A4-59BE578F117A}"/>
              </a:ext>
            </a:extLst>
          </p:cNvPr>
          <p:cNvSpPr>
            <a:spLocks noGrp="1"/>
          </p:cNvSpPr>
          <p:nvPr/>
        </p:nvSpPr>
        <p:spPr>
          <a:xfrm>
            <a:off x="6755225" y="237401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A11590C-AB22-4F6B-BB01-8033CE4DC4A9}"/>
              </a:ext>
            </a:extLst>
          </p:cNvPr>
          <p:cNvSpPr>
            <a:spLocks noGrp="1"/>
          </p:cNvSpPr>
          <p:nvPr/>
        </p:nvSpPr>
        <p:spPr>
          <a:xfrm>
            <a:off x="6760655" y="238487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08" name="Прямая со стрелкой 107"/>
          <p:cNvCxnSpPr>
            <a:stCxn id="23" idx="3"/>
            <a:endCxn id="27" idx="1"/>
          </p:cNvCxnSpPr>
          <p:nvPr/>
        </p:nvCxnSpPr>
        <p:spPr>
          <a:xfrm>
            <a:off x="6342603" y="3041809"/>
            <a:ext cx="928401" cy="841534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C08CE045-4D99-4261-B14B-C2D455C7E634}"/>
              </a:ext>
            </a:extLst>
          </p:cNvPr>
          <p:cNvSpPr>
            <a:spLocks noGrp="1"/>
          </p:cNvSpPr>
          <p:nvPr/>
        </p:nvSpPr>
        <p:spPr>
          <a:xfrm>
            <a:off x="6755225" y="353044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B570A67B-60EF-48C3-9307-49C154DA32DD}"/>
              </a:ext>
            </a:extLst>
          </p:cNvPr>
          <p:cNvSpPr>
            <a:spLocks noGrp="1"/>
          </p:cNvSpPr>
          <p:nvPr/>
        </p:nvSpPr>
        <p:spPr>
          <a:xfrm>
            <a:off x="6760655" y="354130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11" name="Прямая со стрелкой 110"/>
          <p:cNvCxnSpPr>
            <a:stCxn id="25" idx="3"/>
            <a:endCxn id="29" idx="1"/>
          </p:cNvCxnSpPr>
          <p:nvPr/>
        </p:nvCxnSpPr>
        <p:spPr>
          <a:xfrm flipV="1">
            <a:off x="7564184" y="1765935"/>
            <a:ext cx="1145571" cy="21717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2017F2E1-4941-4ADB-B7F1-4C708F02FCA0}"/>
              </a:ext>
            </a:extLst>
          </p:cNvPr>
          <p:cNvSpPr>
            <a:spLocks noGrp="1"/>
          </p:cNvSpPr>
          <p:nvPr/>
        </p:nvSpPr>
        <p:spPr>
          <a:xfrm>
            <a:off x="8058245" y="1776794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0B9090B8-ADDC-486B-94F5-4D519FD87EAB}"/>
              </a:ext>
            </a:extLst>
          </p:cNvPr>
          <p:cNvSpPr>
            <a:spLocks noGrp="1"/>
          </p:cNvSpPr>
          <p:nvPr/>
        </p:nvSpPr>
        <p:spPr>
          <a:xfrm>
            <a:off x="8063674" y="1787652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4" name="Прямая со стрелкой 113"/>
          <p:cNvCxnSpPr>
            <a:stCxn id="25" idx="3"/>
            <a:endCxn id="31" idx="1"/>
          </p:cNvCxnSpPr>
          <p:nvPr/>
        </p:nvCxnSpPr>
        <p:spPr>
          <a:xfrm>
            <a:off x="7564184" y="1983105"/>
            <a:ext cx="1145571" cy="97726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89B53551-B3FA-4DA1-9938-718BC09F160D}"/>
              </a:ext>
            </a:extLst>
          </p:cNvPr>
          <p:cNvSpPr>
            <a:spLocks noGrp="1"/>
          </p:cNvSpPr>
          <p:nvPr/>
        </p:nvSpPr>
        <p:spPr>
          <a:xfrm>
            <a:off x="8058245" y="2417445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F8A5289A-F706-4394-B9A0-B0D7648F896C}"/>
              </a:ext>
            </a:extLst>
          </p:cNvPr>
          <p:cNvSpPr>
            <a:spLocks noGrp="1"/>
          </p:cNvSpPr>
          <p:nvPr/>
        </p:nvSpPr>
        <p:spPr>
          <a:xfrm>
            <a:off x="8063674" y="2428304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17" name="Прямая со стрелкой 116"/>
          <p:cNvCxnSpPr>
            <a:stCxn id="27" idx="3"/>
            <a:endCxn id="31" idx="1"/>
          </p:cNvCxnSpPr>
          <p:nvPr/>
        </p:nvCxnSpPr>
        <p:spPr>
          <a:xfrm flipV="1">
            <a:off x="7564184" y="2960370"/>
            <a:ext cx="1145571" cy="9229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7EF89703-D9AA-45B4-9BC8-061DC93B6842}"/>
              </a:ext>
            </a:extLst>
          </p:cNvPr>
          <p:cNvSpPr>
            <a:spLocks noGrp="1"/>
          </p:cNvSpPr>
          <p:nvPr/>
        </p:nvSpPr>
        <p:spPr>
          <a:xfrm>
            <a:off x="8058245" y="3421856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F067C6C9-D446-4A62-BBE5-ABD933E16C30}"/>
              </a:ext>
            </a:extLst>
          </p:cNvPr>
          <p:cNvSpPr>
            <a:spLocks noGrp="1"/>
          </p:cNvSpPr>
          <p:nvPr/>
        </p:nvSpPr>
        <p:spPr>
          <a:xfrm>
            <a:off x="8063674" y="3432715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0" name="Прямая со стрелкой 119"/>
          <p:cNvCxnSpPr>
            <a:stCxn id="27" idx="3"/>
            <a:endCxn id="33" idx="1"/>
          </p:cNvCxnSpPr>
          <p:nvPr/>
        </p:nvCxnSpPr>
        <p:spPr>
          <a:xfrm>
            <a:off x="7564184" y="3883343"/>
            <a:ext cx="236715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20A8EBB1-E4CA-46BE-AF2C-A816CF6E11D8}"/>
              </a:ext>
            </a:extLst>
          </p:cNvPr>
          <p:cNvSpPr>
            <a:spLocks noGrp="1"/>
          </p:cNvSpPr>
          <p:nvPr/>
        </p:nvSpPr>
        <p:spPr>
          <a:xfrm>
            <a:off x="8709755" y="3883343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402B5E4A-4CFB-4827-B847-C65A2E94761E}"/>
              </a:ext>
            </a:extLst>
          </p:cNvPr>
          <p:cNvSpPr>
            <a:spLocks noGrp="1"/>
          </p:cNvSpPr>
          <p:nvPr/>
        </p:nvSpPr>
        <p:spPr>
          <a:xfrm>
            <a:off x="8715185" y="3894201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23" name="Прямая со стрелкой 122"/>
          <p:cNvCxnSpPr>
            <a:stCxn id="29" idx="3"/>
            <a:endCxn id="35" idx="1"/>
          </p:cNvCxnSpPr>
          <p:nvPr/>
        </p:nvCxnSpPr>
        <p:spPr>
          <a:xfrm>
            <a:off x="9002935" y="1765935"/>
            <a:ext cx="2122836" cy="950119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1459978E-32EE-469D-80FE-5E9A8F811E81}"/>
              </a:ext>
            </a:extLst>
          </p:cNvPr>
          <p:cNvSpPr>
            <a:spLocks noGrp="1"/>
          </p:cNvSpPr>
          <p:nvPr/>
        </p:nvSpPr>
        <p:spPr>
          <a:xfrm>
            <a:off x="9958483" y="201025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40177BAB-7895-4DD6-8E49-E12635A3FDFB}"/>
              </a:ext>
            </a:extLst>
          </p:cNvPr>
          <p:cNvSpPr>
            <a:spLocks noGrp="1"/>
          </p:cNvSpPr>
          <p:nvPr/>
        </p:nvSpPr>
        <p:spPr>
          <a:xfrm>
            <a:off x="9963912" y="202111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26" name="Прямая со стрелкой 125"/>
          <p:cNvCxnSpPr>
            <a:stCxn id="31" idx="3"/>
            <a:endCxn id="33" idx="1"/>
          </p:cNvCxnSpPr>
          <p:nvPr/>
        </p:nvCxnSpPr>
        <p:spPr>
          <a:xfrm>
            <a:off x="9002935" y="2960370"/>
            <a:ext cx="928401" cy="9229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DE6BB344-3686-443D-B14E-8C4FE2E16696}"/>
              </a:ext>
            </a:extLst>
          </p:cNvPr>
          <p:cNvSpPr>
            <a:spLocks noGrp="1"/>
          </p:cNvSpPr>
          <p:nvPr/>
        </p:nvSpPr>
        <p:spPr>
          <a:xfrm>
            <a:off x="9415558" y="3449002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895A324E-CA79-4A4E-BDF4-E5A30A7FEA20}"/>
              </a:ext>
            </a:extLst>
          </p:cNvPr>
          <p:cNvSpPr>
            <a:spLocks noGrp="1"/>
          </p:cNvSpPr>
          <p:nvPr/>
        </p:nvSpPr>
        <p:spPr>
          <a:xfrm>
            <a:off x="9420987" y="3459861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29" name="Прямая со стрелкой 128"/>
          <p:cNvCxnSpPr>
            <a:stCxn id="31" idx="3"/>
            <a:endCxn id="35" idx="1"/>
          </p:cNvCxnSpPr>
          <p:nvPr/>
        </p:nvCxnSpPr>
        <p:spPr>
          <a:xfrm flipV="1">
            <a:off x="9002935" y="2716054"/>
            <a:ext cx="2122836" cy="244316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054442C3-F2FB-4E94-96C6-655522EC2805}"/>
              </a:ext>
            </a:extLst>
          </p:cNvPr>
          <p:cNvSpPr>
            <a:spLocks noGrp="1"/>
          </p:cNvSpPr>
          <p:nvPr/>
        </p:nvSpPr>
        <p:spPr>
          <a:xfrm>
            <a:off x="10012775" y="2716054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B4AACA70-1323-454F-AD4A-5388264799FE}"/>
              </a:ext>
            </a:extLst>
          </p:cNvPr>
          <p:cNvSpPr>
            <a:spLocks noGrp="1"/>
          </p:cNvSpPr>
          <p:nvPr/>
        </p:nvSpPr>
        <p:spPr>
          <a:xfrm>
            <a:off x="10018205" y="2726912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32" name="Прямая со стрелкой 131"/>
          <p:cNvCxnSpPr>
            <a:stCxn id="33" idx="0"/>
            <a:endCxn id="35" idx="1"/>
          </p:cNvCxnSpPr>
          <p:nvPr/>
        </p:nvCxnSpPr>
        <p:spPr>
          <a:xfrm flipV="1">
            <a:off x="10077926" y="2716054"/>
            <a:ext cx="1047845" cy="1020699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5" name="Прямоугольник: скругленные углы 64">
            <a:extLst>
              <a:ext uri="{FF2B5EF4-FFF2-40B4-BE49-F238E27FC236}">
                <a16:creationId xmlns:a16="http://schemas.microsoft.com/office/drawing/2014/main" id="{6261CA43-18E4-4F35-8A02-5F7764B5A04F}"/>
              </a:ext>
            </a:extLst>
          </p:cNvPr>
          <p:cNvSpPr>
            <a:spLocks noGrp="1"/>
          </p:cNvSpPr>
          <p:nvPr/>
        </p:nvSpPr>
        <p:spPr>
          <a:xfrm>
            <a:off x="10609993" y="331327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9FA55CE5-BE43-4D12-BCC2-FF272B87CA74}"/>
              </a:ext>
            </a:extLst>
          </p:cNvPr>
          <p:cNvSpPr>
            <a:spLocks noGrp="1"/>
          </p:cNvSpPr>
          <p:nvPr/>
        </p:nvSpPr>
        <p:spPr>
          <a:xfrm>
            <a:off x="10615422" y="332413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AF172CDE-B648-4320-84BB-0C4502A91B29}"/>
              </a:ext>
            </a:extLst>
          </p:cNvPr>
          <p:cNvSpPr>
            <a:spLocks noGrp="1"/>
          </p:cNvSpPr>
          <p:nvPr/>
        </p:nvSpPr>
        <p:spPr>
          <a:xfrm>
            <a:off x="5886450" y="537210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27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Start = S    Goal = G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0ED9B1DF-9156-448B-B7C4-6C7C99B96FB0}"/>
              </a:ext>
            </a:extLst>
          </p:cNvPr>
          <p:cNvSpPr>
            <a:spLocks noGrp="1"/>
          </p:cNvSpPr>
          <p:nvPr/>
        </p:nvSpPr>
        <p:spPr>
          <a:xfrm>
            <a:off x="5886450" y="56959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Әдіс негізі: [1], [3]</a:t>
            </a:r>
          </a:p>
        </p:txBody>
      </p:sp>
    </p:spTree>
    <p:extLst>
      <p:ext uri="{BB962C8B-B14F-4D97-AF65-F5344CB8AC3E}">
        <p14:creationId xmlns:p14="http://schemas.microsoft.com/office/powerpoint/2010/main" val="81430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E377CDF0-2112-4D84-BD41-C0E10C76DA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61E62A-0E84-4E6B-B74F-D9F58D30BE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0303974-F14F-40E2-93CF-D9B33A1F4DA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39F67CA-FE0E-46A3-8AA9-F138749E64D8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DFS қозғалысы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2089386-3B5A-4872-B9C8-DDD0F471B969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190500" cy="1905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EA9DE9D-C50F-4785-A937-C45433CDE3E2}"/>
              </a:ext>
            </a:extLst>
          </p:cNvPr>
          <p:cNvSpPr>
            <a:spLocks noGrp="1"/>
          </p:cNvSpPr>
          <p:nvPr/>
        </p:nvSpPr>
        <p:spPr>
          <a:xfrm>
            <a:off x="11296650" y="228600"/>
            <a:ext cx="190500" cy="1905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11A5923-7BAF-47B3-8769-A46DEC27DF70}"/>
              </a:ext>
            </a:extLst>
          </p:cNvPr>
          <p:cNvSpPr>
            <a:spLocks noGrp="1"/>
          </p:cNvSpPr>
          <p:nvPr/>
        </p:nvSpPr>
        <p:spPr>
          <a:xfrm>
            <a:off x="11544300" y="228600"/>
            <a:ext cx="190500" cy="1905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A8FE9D-8BD6-4E63-808D-9D9A69FF5489}"/>
              </a:ext>
            </a:extLst>
          </p:cNvPr>
          <p:cNvSpPr>
            <a:spLocks noGrp="1"/>
          </p:cNvSpPr>
          <p:nvPr/>
        </p:nvSpPr>
        <p:spPr>
          <a:xfrm>
            <a:off x="11296650" y="476250"/>
            <a:ext cx="190500" cy="1905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93FF1E9-F35F-466A-8AB1-E430309EE13B}"/>
              </a:ext>
            </a:extLst>
          </p:cNvPr>
          <p:cNvSpPr>
            <a:spLocks noGrp="1"/>
          </p:cNvSpPr>
          <p:nvPr/>
        </p:nvSpPr>
        <p:spPr>
          <a:xfrm>
            <a:off x="11544300" y="476250"/>
            <a:ext cx="190500" cy="1905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A58315E-1F52-4361-B8A6-B53D39C1EA0B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EDD5DB0-9C44-4071-AC90-B58ACE9F0CA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58CC870-8BA1-4C56-A5AC-08B61D1EE33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69CC02A-FB2A-4F7D-BA20-E21218CEEEB8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666875" cy="285750"/>
          </a:xfrm>
          <a:prstGeom prst="roundRect">
            <a:avLst>
              <a:gd name="adj" fmla="val 6667"/>
            </a:avLst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70C1A09-1CC2-4811-82F9-0EA9D862971B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5144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DFS • КАДР 1/2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76DBF6F-10A7-40C7-AEA3-BA8D5B849099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Бір тармақ: S → A → C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B78E02C-B2ED-473C-992B-8AB5599A39DD}"/>
              </a:ext>
            </a:extLst>
          </p:cNvPr>
          <p:cNvSpPr>
            <a:spLocks noGrp="1"/>
          </p:cNvSpPr>
          <p:nvPr/>
        </p:nvSpPr>
        <p:spPr>
          <a:xfrm>
            <a:off x="1199579" y="3741801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D48C0A1-5BE5-4B81-93AC-7231EF6D9D17}"/>
              </a:ext>
            </a:extLst>
          </p:cNvPr>
          <p:cNvSpPr>
            <a:spLocks noGrp="1"/>
          </p:cNvSpPr>
          <p:nvPr/>
        </p:nvSpPr>
        <p:spPr>
          <a:xfrm>
            <a:off x="1199579" y="377151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971CD41-CF06-40FF-B412-EA126357BCA5}"/>
              </a:ext>
            </a:extLst>
          </p:cNvPr>
          <p:cNvSpPr>
            <a:spLocks noGrp="1"/>
          </p:cNvSpPr>
          <p:nvPr/>
        </p:nvSpPr>
        <p:spPr>
          <a:xfrm>
            <a:off x="2871216" y="2293049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C8E342D-35D2-4B2D-9715-597403B27E81}"/>
              </a:ext>
            </a:extLst>
          </p:cNvPr>
          <p:cNvSpPr>
            <a:spLocks noGrp="1"/>
          </p:cNvSpPr>
          <p:nvPr/>
        </p:nvSpPr>
        <p:spPr>
          <a:xfrm>
            <a:off x="2871216" y="232276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DCDD43D-31DD-4E62-8BB3-835AE7692009}"/>
              </a:ext>
            </a:extLst>
          </p:cNvPr>
          <p:cNvSpPr>
            <a:spLocks noGrp="1"/>
          </p:cNvSpPr>
          <p:nvPr/>
        </p:nvSpPr>
        <p:spPr>
          <a:xfrm>
            <a:off x="2871216" y="4893374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4A40A25-1A98-44AD-B645-90B053871ED5}"/>
              </a:ext>
            </a:extLst>
          </p:cNvPr>
          <p:cNvSpPr>
            <a:spLocks noGrp="1"/>
          </p:cNvSpPr>
          <p:nvPr/>
        </p:nvSpPr>
        <p:spPr>
          <a:xfrm>
            <a:off x="2871216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AEC778A-8328-48FC-A5EE-F1DED811908A}"/>
              </a:ext>
            </a:extLst>
          </p:cNvPr>
          <p:cNvSpPr>
            <a:spLocks noGrp="1"/>
          </p:cNvSpPr>
          <p:nvPr/>
        </p:nvSpPr>
        <p:spPr>
          <a:xfrm>
            <a:off x="4840034" y="1995869"/>
            <a:ext cx="401193" cy="401193"/>
          </a:xfrm>
          <a:prstGeom prst="rect">
            <a:avLst/>
          </a:prstGeom>
          <a:solidFill>
            <a:srgbClr val="0E4D65"/>
          </a:solidFill>
          <a:ln w="9525">
            <a:solidFill>
              <a:srgbClr val="69E3F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208D540-5052-4A7E-A24F-EF665CE55F07}"/>
              </a:ext>
            </a:extLst>
          </p:cNvPr>
          <p:cNvSpPr>
            <a:spLocks noGrp="1"/>
          </p:cNvSpPr>
          <p:nvPr/>
        </p:nvSpPr>
        <p:spPr>
          <a:xfrm>
            <a:off x="4840034" y="202558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231EEA-5D1B-49A4-B2C7-98EC3FDDCCC9}"/>
              </a:ext>
            </a:extLst>
          </p:cNvPr>
          <p:cNvSpPr>
            <a:spLocks noGrp="1"/>
          </p:cNvSpPr>
          <p:nvPr/>
        </p:nvSpPr>
        <p:spPr>
          <a:xfrm>
            <a:off x="4840034" y="3630359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AAA0D2B-85FA-40C0-B46A-4A0F96691772}"/>
              </a:ext>
            </a:extLst>
          </p:cNvPr>
          <p:cNvSpPr>
            <a:spLocks noGrp="1"/>
          </p:cNvSpPr>
          <p:nvPr/>
        </p:nvSpPr>
        <p:spPr>
          <a:xfrm>
            <a:off x="4840034" y="366007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FCE1D24-48BB-47FE-A14E-FD7F576C71BE}"/>
              </a:ext>
            </a:extLst>
          </p:cNvPr>
          <p:cNvSpPr>
            <a:spLocks noGrp="1"/>
          </p:cNvSpPr>
          <p:nvPr/>
        </p:nvSpPr>
        <p:spPr>
          <a:xfrm>
            <a:off x="6511671" y="4893374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0AAC557-AE21-4B95-9331-6CC480E7D4D7}"/>
              </a:ext>
            </a:extLst>
          </p:cNvPr>
          <p:cNvSpPr>
            <a:spLocks noGrp="1"/>
          </p:cNvSpPr>
          <p:nvPr/>
        </p:nvSpPr>
        <p:spPr>
          <a:xfrm>
            <a:off x="6511671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8749C4E-FC03-469F-8C20-F04698E4666E}"/>
              </a:ext>
            </a:extLst>
          </p:cNvPr>
          <p:cNvSpPr>
            <a:spLocks noGrp="1"/>
          </p:cNvSpPr>
          <p:nvPr/>
        </p:nvSpPr>
        <p:spPr>
          <a:xfrm>
            <a:off x="8146161" y="3296031"/>
            <a:ext cx="401193" cy="401193"/>
          </a:xfrm>
          <a:prstGeom prst="rect">
            <a:avLst/>
          </a:prstGeom>
          <a:solidFill>
            <a:srgbClr val="314B12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6D5B9F3-E82A-4E10-911E-DCB0E373EC49}"/>
              </a:ext>
            </a:extLst>
          </p:cNvPr>
          <p:cNvSpPr>
            <a:spLocks noGrp="1"/>
          </p:cNvSpPr>
          <p:nvPr/>
        </p:nvSpPr>
        <p:spPr>
          <a:xfrm>
            <a:off x="8146161" y="332574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cxnSp>
        <p:nvCxnSpPr>
          <p:cNvPr id="101" name="Прямая со стрелкой 100"/>
          <p:cNvCxnSpPr>
            <a:stCxn id="16" idx="3"/>
            <a:endCxn id="18" idx="1"/>
          </p:cNvCxnSpPr>
          <p:nvPr/>
        </p:nvCxnSpPr>
        <p:spPr>
          <a:xfrm flipV="1">
            <a:off x="1600772" y="2493646"/>
            <a:ext cx="1270444" cy="1448752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B5D0DD44-A367-475A-B2D9-463DE32F78CE}"/>
              </a:ext>
            </a:extLst>
          </p:cNvPr>
          <p:cNvSpPr>
            <a:spLocks noGrp="1"/>
          </p:cNvSpPr>
          <p:nvPr/>
        </p:nvSpPr>
        <p:spPr>
          <a:xfrm>
            <a:off x="2165414" y="3028569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ADEEBD6-832E-43D3-AD81-5B7C1A903776}"/>
              </a:ext>
            </a:extLst>
          </p:cNvPr>
          <p:cNvSpPr>
            <a:spLocks noGrp="1"/>
          </p:cNvSpPr>
          <p:nvPr/>
        </p:nvSpPr>
        <p:spPr>
          <a:xfrm>
            <a:off x="2172843" y="3043428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04" name="Прямая со стрелкой 103"/>
          <p:cNvCxnSpPr>
            <a:stCxn id="16" idx="3"/>
            <a:endCxn id="20" idx="1"/>
          </p:cNvCxnSpPr>
          <p:nvPr/>
        </p:nvCxnSpPr>
        <p:spPr>
          <a:xfrm>
            <a:off x="1600772" y="3942398"/>
            <a:ext cx="1270444" cy="11515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0E84D24B-0854-4DEC-B028-9B37BEBB1C13}"/>
              </a:ext>
            </a:extLst>
          </p:cNvPr>
          <p:cNvSpPr>
            <a:spLocks noGrp="1"/>
          </p:cNvSpPr>
          <p:nvPr/>
        </p:nvSpPr>
        <p:spPr>
          <a:xfrm>
            <a:off x="2165414" y="461105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B5C3E39-B36D-4041-AC6E-883CFBA28FBA}"/>
              </a:ext>
            </a:extLst>
          </p:cNvPr>
          <p:cNvSpPr>
            <a:spLocks noGrp="1"/>
          </p:cNvSpPr>
          <p:nvPr/>
        </p:nvSpPr>
        <p:spPr>
          <a:xfrm>
            <a:off x="2172843" y="462591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07" name="Прямая со стрелкой 106"/>
          <p:cNvCxnSpPr>
            <a:stCxn id="18" idx="3"/>
            <a:endCxn id="22" idx="1"/>
          </p:cNvCxnSpPr>
          <p:nvPr/>
        </p:nvCxnSpPr>
        <p:spPr>
          <a:xfrm flipV="1">
            <a:off x="3272409" y="2196466"/>
            <a:ext cx="1567625" cy="297180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57ABAB8D-0CD8-45F6-BF1E-2BACDFDE40D0}"/>
              </a:ext>
            </a:extLst>
          </p:cNvPr>
          <p:cNvSpPr>
            <a:spLocks noGrp="1"/>
          </p:cNvSpPr>
          <p:nvPr/>
        </p:nvSpPr>
        <p:spPr>
          <a:xfrm>
            <a:off x="3948494" y="2211324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C0F54604-A7FD-449D-860B-7126F2C04B62}"/>
              </a:ext>
            </a:extLst>
          </p:cNvPr>
          <p:cNvSpPr>
            <a:spLocks noGrp="1"/>
          </p:cNvSpPr>
          <p:nvPr/>
        </p:nvSpPr>
        <p:spPr>
          <a:xfrm>
            <a:off x="3955923" y="2226183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0" name="Прямая со стрелкой 109"/>
          <p:cNvCxnSpPr>
            <a:stCxn id="18" idx="3"/>
            <a:endCxn id="24" idx="1"/>
          </p:cNvCxnSpPr>
          <p:nvPr/>
        </p:nvCxnSpPr>
        <p:spPr>
          <a:xfrm>
            <a:off x="3272409" y="2493646"/>
            <a:ext cx="1567625" cy="133731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B740C68C-F815-4AFC-9E2A-1C35CA87B364}"/>
              </a:ext>
            </a:extLst>
          </p:cNvPr>
          <p:cNvSpPr>
            <a:spLocks noGrp="1"/>
          </p:cNvSpPr>
          <p:nvPr/>
        </p:nvSpPr>
        <p:spPr>
          <a:xfrm>
            <a:off x="3948494" y="3088005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823134A-6609-4D35-ABB8-85E41CD88B0A}"/>
              </a:ext>
            </a:extLst>
          </p:cNvPr>
          <p:cNvSpPr>
            <a:spLocks noGrp="1"/>
          </p:cNvSpPr>
          <p:nvPr/>
        </p:nvSpPr>
        <p:spPr>
          <a:xfrm>
            <a:off x="3955923" y="3102864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13" name="Прямая со стрелкой 112"/>
          <p:cNvCxnSpPr>
            <a:stCxn id="20" idx="3"/>
            <a:endCxn id="24" idx="1"/>
          </p:cNvCxnSpPr>
          <p:nvPr/>
        </p:nvCxnSpPr>
        <p:spPr>
          <a:xfrm flipV="1">
            <a:off x="3272409" y="3830956"/>
            <a:ext cx="1567625" cy="126301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48B28F47-2B0A-4186-8543-E9799D234DCD}"/>
              </a:ext>
            </a:extLst>
          </p:cNvPr>
          <p:cNvSpPr>
            <a:spLocks noGrp="1"/>
          </p:cNvSpPr>
          <p:nvPr/>
        </p:nvSpPr>
        <p:spPr>
          <a:xfrm>
            <a:off x="3948494" y="446246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C547EA24-5D09-487D-B56D-217B36272644}"/>
              </a:ext>
            </a:extLst>
          </p:cNvPr>
          <p:cNvSpPr>
            <a:spLocks noGrp="1"/>
          </p:cNvSpPr>
          <p:nvPr/>
        </p:nvSpPr>
        <p:spPr>
          <a:xfrm>
            <a:off x="3955923" y="447732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6" name="Прямая со стрелкой 115"/>
          <p:cNvCxnSpPr>
            <a:stCxn id="20" idx="3"/>
            <a:endCxn id="26" idx="1"/>
          </p:cNvCxnSpPr>
          <p:nvPr/>
        </p:nvCxnSpPr>
        <p:spPr>
          <a:xfrm>
            <a:off x="3272409" y="5093971"/>
            <a:ext cx="323926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BB1859DD-5739-40ED-916C-94DD7BC3A5DC}"/>
              </a:ext>
            </a:extLst>
          </p:cNvPr>
          <p:cNvSpPr>
            <a:spLocks noGrp="1"/>
          </p:cNvSpPr>
          <p:nvPr/>
        </p:nvSpPr>
        <p:spPr>
          <a:xfrm>
            <a:off x="4840034" y="509397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51EE2F31-3772-4FDD-8066-715311BBF9B1}"/>
              </a:ext>
            </a:extLst>
          </p:cNvPr>
          <p:cNvSpPr>
            <a:spLocks noGrp="1"/>
          </p:cNvSpPr>
          <p:nvPr/>
        </p:nvSpPr>
        <p:spPr>
          <a:xfrm>
            <a:off x="4847463" y="510882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19" name="Прямая со стрелкой 118"/>
          <p:cNvCxnSpPr>
            <a:stCxn id="22" idx="3"/>
            <a:endCxn id="28" idx="1"/>
          </p:cNvCxnSpPr>
          <p:nvPr/>
        </p:nvCxnSpPr>
        <p:spPr>
          <a:xfrm>
            <a:off x="5241227" y="2196466"/>
            <a:ext cx="2904934" cy="130016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52392C6D-2553-4C53-81BB-905D9B50EDEE}"/>
              </a:ext>
            </a:extLst>
          </p:cNvPr>
          <p:cNvSpPr>
            <a:spLocks noGrp="1"/>
          </p:cNvSpPr>
          <p:nvPr/>
        </p:nvSpPr>
        <p:spPr>
          <a:xfrm>
            <a:off x="6548819" y="253079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2FDF281F-F9EA-4DBE-8965-FF21B16E2024}"/>
              </a:ext>
            </a:extLst>
          </p:cNvPr>
          <p:cNvSpPr>
            <a:spLocks noGrp="1"/>
          </p:cNvSpPr>
          <p:nvPr/>
        </p:nvSpPr>
        <p:spPr>
          <a:xfrm>
            <a:off x="6556248" y="254565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22" name="Прямая со стрелкой 121"/>
          <p:cNvCxnSpPr>
            <a:stCxn id="24" idx="3"/>
            <a:endCxn id="26" idx="1"/>
          </p:cNvCxnSpPr>
          <p:nvPr/>
        </p:nvCxnSpPr>
        <p:spPr>
          <a:xfrm>
            <a:off x="5241227" y="3830956"/>
            <a:ext cx="1270444" cy="126301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818960E4-DA1E-4E7A-B9D7-6E571F59D27C}"/>
              </a:ext>
            </a:extLst>
          </p:cNvPr>
          <p:cNvSpPr>
            <a:spLocks noGrp="1"/>
          </p:cNvSpPr>
          <p:nvPr/>
        </p:nvSpPr>
        <p:spPr>
          <a:xfrm>
            <a:off x="5805869" y="449961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FA27DD42-1448-4C9B-B76B-327CEDA805FF}"/>
              </a:ext>
            </a:extLst>
          </p:cNvPr>
          <p:cNvSpPr>
            <a:spLocks noGrp="1"/>
          </p:cNvSpPr>
          <p:nvPr/>
        </p:nvSpPr>
        <p:spPr>
          <a:xfrm>
            <a:off x="5813298" y="451446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25" name="Прямая со стрелкой 124"/>
          <p:cNvCxnSpPr>
            <a:stCxn id="24" idx="3"/>
            <a:endCxn id="28" idx="1"/>
          </p:cNvCxnSpPr>
          <p:nvPr/>
        </p:nvCxnSpPr>
        <p:spPr>
          <a:xfrm flipV="1">
            <a:off x="5241227" y="3496628"/>
            <a:ext cx="2904934" cy="334328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A449B591-0652-40D0-8584-B796CAF61D9B}"/>
              </a:ext>
            </a:extLst>
          </p:cNvPr>
          <p:cNvSpPr>
            <a:spLocks noGrp="1"/>
          </p:cNvSpPr>
          <p:nvPr/>
        </p:nvSpPr>
        <p:spPr>
          <a:xfrm>
            <a:off x="6623114" y="3496627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BD468CFD-67F0-4D9B-AEF5-D440A6E5517E}"/>
              </a:ext>
            </a:extLst>
          </p:cNvPr>
          <p:cNvSpPr>
            <a:spLocks noGrp="1"/>
          </p:cNvSpPr>
          <p:nvPr/>
        </p:nvSpPr>
        <p:spPr>
          <a:xfrm>
            <a:off x="6630543" y="3511486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28" name="Прямая со стрелкой 127"/>
          <p:cNvCxnSpPr>
            <a:stCxn id="26" idx="3"/>
            <a:endCxn id="28" idx="2"/>
          </p:cNvCxnSpPr>
          <p:nvPr/>
        </p:nvCxnSpPr>
        <p:spPr>
          <a:xfrm flipV="1">
            <a:off x="6912864" y="3697224"/>
            <a:ext cx="1433893" cy="1396747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EA424F38-CE05-49B2-B733-B6C876A1F20C}"/>
              </a:ext>
            </a:extLst>
          </p:cNvPr>
          <p:cNvSpPr>
            <a:spLocks noGrp="1"/>
          </p:cNvSpPr>
          <p:nvPr/>
        </p:nvSpPr>
        <p:spPr>
          <a:xfrm>
            <a:off x="7440359" y="431387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5234C51A-87E8-4206-BE70-3A7AF85C0BC1}"/>
              </a:ext>
            </a:extLst>
          </p:cNvPr>
          <p:cNvSpPr>
            <a:spLocks noGrp="1"/>
          </p:cNvSpPr>
          <p:nvPr/>
        </p:nvSpPr>
        <p:spPr>
          <a:xfrm>
            <a:off x="7447788" y="432873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8C379D6B-51F3-4AD9-A5DC-303F1BF7193E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762250" cy="3143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29DD1AF7-1EFC-4621-B71F-F48B5625E94F}"/>
              </a:ext>
            </a:extLst>
          </p:cNvPr>
          <p:cNvSpPr>
            <a:spLocks noGrp="1"/>
          </p:cNvSpPr>
          <p:nvPr/>
        </p:nvSpPr>
        <p:spPr>
          <a:xfrm>
            <a:off x="9096375" y="22479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125" b="1">
                <a:solidFill>
                  <a:srgbClr val="F15B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5BB5"/>
                </a:solidFill>
                <a:latin typeface="Arial"/>
                <a:ea typeface="Arial"/>
                <a:cs typeface="Arial"/>
              </a:rPr>
              <a:t>СТЕКТЕН ШЫҚТЫ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3C1BAD4F-5AFC-4682-9D47-DEF591E9526F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3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C324FF36-AE92-4A24-9824-F09937712A67}"/>
              </a:ext>
            </a:extLst>
          </p:cNvPr>
          <p:cNvSpPr>
            <a:spLocks noGrp="1"/>
          </p:cNvSpPr>
          <p:nvPr/>
        </p:nvSpPr>
        <p:spPr>
          <a:xfrm>
            <a:off x="9096375" y="3343275"/>
            <a:ext cx="22860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6CD44277-9772-4BEB-8CDB-46E27E7C84C3}"/>
              </a:ext>
            </a:extLst>
          </p:cNvPr>
          <p:cNvSpPr>
            <a:spLocks noGrp="1"/>
          </p:cNvSpPr>
          <p:nvPr/>
        </p:nvSpPr>
        <p:spPr>
          <a:xfrm>
            <a:off x="9096375" y="3571875"/>
            <a:ext cx="22860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DFS A-дан кейін C-ні таңдайды. B және D күтіп тұр.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72321168-D882-4096-B7EC-46A51C4FEB1A}"/>
              </a:ext>
            </a:extLst>
          </p:cNvPr>
          <p:cNvSpPr>
            <a:spLocks noGrp="1"/>
          </p:cNvSpPr>
          <p:nvPr/>
        </p:nvSpPr>
        <p:spPr>
          <a:xfrm>
            <a:off x="533400" y="5553075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Өту реті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B50584B6-D3B3-43D9-913A-FA5B8E174B9F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360F5927-A4F0-4459-A411-C38D1F5DCF58}"/>
              </a:ext>
            </a:extLst>
          </p:cNvPr>
          <p:cNvSpPr>
            <a:spLocks noGrp="1"/>
          </p:cNvSpPr>
          <p:nvPr/>
        </p:nvSpPr>
        <p:spPr>
          <a:xfrm>
            <a:off x="5334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840A1975-942B-4BD3-A00E-A27B39DF485B}"/>
              </a:ext>
            </a:extLst>
          </p:cNvPr>
          <p:cNvSpPr>
            <a:spLocks noGrp="1"/>
          </p:cNvSpPr>
          <p:nvPr/>
        </p:nvSpPr>
        <p:spPr>
          <a:xfrm>
            <a:off x="13525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82386610-6AE6-4CA5-9D5D-E5523CEA9988}"/>
              </a:ext>
            </a:extLst>
          </p:cNvPr>
          <p:cNvSpPr>
            <a:spLocks noGrp="1"/>
          </p:cNvSpPr>
          <p:nvPr/>
        </p:nvSpPr>
        <p:spPr>
          <a:xfrm>
            <a:off x="13525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07F6B5B1-60D9-44F2-9C22-D67D82FDCC63}"/>
              </a:ext>
            </a:extLst>
          </p:cNvPr>
          <p:cNvSpPr>
            <a:spLocks noGrp="1"/>
          </p:cNvSpPr>
          <p:nvPr/>
        </p:nvSpPr>
        <p:spPr>
          <a:xfrm>
            <a:off x="2171700" y="5810250"/>
            <a:ext cx="742950" cy="361950"/>
          </a:xfrm>
          <a:prstGeom prst="rect">
            <a:avLst/>
          </a:prstGeom>
          <a:solidFill>
            <a:srgbClr val="F15BB5"/>
          </a:solidFill>
          <a:ln w="9525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C0555C1B-F9F4-4269-911F-C550B188610B}"/>
              </a:ext>
            </a:extLst>
          </p:cNvPr>
          <p:cNvSpPr>
            <a:spLocks noGrp="1"/>
          </p:cNvSpPr>
          <p:nvPr/>
        </p:nvSpPr>
        <p:spPr>
          <a:xfrm>
            <a:off x="21717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3165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1DE5B62A-5A2B-4181-ACCC-E8448A1DEF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FB0670F-5582-4EDB-8294-9C90DC8127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2EA7D35-D485-40AD-A9CD-B670061D207C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8C67E4-871B-43D5-B480-4A9D7867242B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DFS нәтижесі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BD91C7-9F17-4EEB-A072-807870678912}"/>
              </a:ext>
            </a:extLst>
          </p:cNvPr>
          <p:cNvSpPr>
            <a:spLocks noGrp="1"/>
          </p:cNvSpPr>
          <p:nvPr/>
        </p:nvSpPr>
        <p:spPr>
          <a:xfrm>
            <a:off x="400050" y="603885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A224CC-0693-45E7-808C-236DA763D2C9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858870D-7110-4B19-8A2E-92D6D10F2AAC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4B89545-A68F-4F58-B38C-0491E828A3CB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28AB7C-C038-4FA3-9060-004A8CAB5C5F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FC65E9C-8003-48A8-9AA4-3ECC43153E5A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660EAC2-676F-4221-AC1B-4BF34924368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A677A9D-1605-4FE7-A8EC-2C5EE4265559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1D684A0-C231-4778-85D0-41AD2293AFA1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666875" cy="285750"/>
          </a:xfrm>
          <a:prstGeom prst="roundRect">
            <a:avLst>
              <a:gd name="adj" fmla="val 6667"/>
            </a:avLst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9D35CB5-E3D8-4224-B4FD-58105452E2B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5144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DFS • КАДР 2/2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918EDB2-56B9-45EC-A4F1-984678ABF07F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Goal табылды: S → A → C → G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E46B925-A413-46F5-8641-96755C9622AB}"/>
              </a:ext>
            </a:extLst>
          </p:cNvPr>
          <p:cNvSpPr>
            <a:spLocks noGrp="1"/>
          </p:cNvSpPr>
          <p:nvPr/>
        </p:nvSpPr>
        <p:spPr>
          <a:xfrm>
            <a:off x="1199579" y="3741801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CB695BD-91B0-4E76-BFEB-F66EB75A21BF}"/>
              </a:ext>
            </a:extLst>
          </p:cNvPr>
          <p:cNvSpPr>
            <a:spLocks noGrp="1"/>
          </p:cNvSpPr>
          <p:nvPr/>
        </p:nvSpPr>
        <p:spPr>
          <a:xfrm>
            <a:off x="1199579" y="377151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BCEB46D-C2FF-4902-A157-4822B952F322}"/>
              </a:ext>
            </a:extLst>
          </p:cNvPr>
          <p:cNvSpPr>
            <a:spLocks noGrp="1"/>
          </p:cNvSpPr>
          <p:nvPr/>
        </p:nvSpPr>
        <p:spPr>
          <a:xfrm>
            <a:off x="2871216" y="2293049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B9DCF45-92F2-45CB-9496-BCEBFB11101F}"/>
              </a:ext>
            </a:extLst>
          </p:cNvPr>
          <p:cNvSpPr>
            <a:spLocks noGrp="1"/>
          </p:cNvSpPr>
          <p:nvPr/>
        </p:nvSpPr>
        <p:spPr>
          <a:xfrm>
            <a:off x="2871216" y="232276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3A1407D-B10A-4E70-9091-90C88824EA07}"/>
              </a:ext>
            </a:extLst>
          </p:cNvPr>
          <p:cNvSpPr>
            <a:spLocks noGrp="1"/>
          </p:cNvSpPr>
          <p:nvPr/>
        </p:nvSpPr>
        <p:spPr>
          <a:xfrm>
            <a:off x="2871216" y="4893374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29E166E-4432-4393-9224-EC088144F858}"/>
              </a:ext>
            </a:extLst>
          </p:cNvPr>
          <p:cNvSpPr>
            <a:spLocks noGrp="1"/>
          </p:cNvSpPr>
          <p:nvPr/>
        </p:nvSpPr>
        <p:spPr>
          <a:xfrm>
            <a:off x="2871216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BEBC6B5-470F-4DE5-BC76-A2481A5B50B4}"/>
              </a:ext>
            </a:extLst>
          </p:cNvPr>
          <p:cNvSpPr>
            <a:spLocks noGrp="1"/>
          </p:cNvSpPr>
          <p:nvPr/>
        </p:nvSpPr>
        <p:spPr>
          <a:xfrm>
            <a:off x="4840034" y="1995869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D0C4273-84A2-4A5A-991E-51E0F5C53541}"/>
              </a:ext>
            </a:extLst>
          </p:cNvPr>
          <p:cNvSpPr>
            <a:spLocks noGrp="1"/>
          </p:cNvSpPr>
          <p:nvPr/>
        </p:nvSpPr>
        <p:spPr>
          <a:xfrm>
            <a:off x="4840034" y="202558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F68B427-D056-4DDB-BF70-A5A25DE24930}"/>
              </a:ext>
            </a:extLst>
          </p:cNvPr>
          <p:cNvSpPr>
            <a:spLocks noGrp="1"/>
          </p:cNvSpPr>
          <p:nvPr/>
        </p:nvSpPr>
        <p:spPr>
          <a:xfrm>
            <a:off x="4840034" y="3630359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1D2A733-ADEF-4532-AA0E-AE5CAC990E43}"/>
              </a:ext>
            </a:extLst>
          </p:cNvPr>
          <p:cNvSpPr>
            <a:spLocks noGrp="1"/>
          </p:cNvSpPr>
          <p:nvPr/>
        </p:nvSpPr>
        <p:spPr>
          <a:xfrm>
            <a:off x="4840034" y="366007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A7AA3B0-B4EF-4454-9EF3-47850D9F94B0}"/>
              </a:ext>
            </a:extLst>
          </p:cNvPr>
          <p:cNvSpPr>
            <a:spLocks noGrp="1"/>
          </p:cNvSpPr>
          <p:nvPr/>
        </p:nvSpPr>
        <p:spPr>
          <a:xfrm>
            <a:off x="6511671" y="4893374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E7DFDAE-C8F4-4E2B-AA4D-6C7844E03A12}"/>
              </a:ext>
            </a:extLst>
          </p:cNvPr>
          <p:cNvSpPr>
            <a:spLocks noGrp="1"/>
          </p:cNvSpPr>
          <p:nvPr/>
        </p:nvSpPr>
        <p:spPr>
          <a:xfrm>
            <a:off x="6511671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814D3C9-29D1-49D7-BCCC-63903DCAD3B4}"/>
              </a:ext>
            </a:extLst>
          </p:cNvPr>
          <p:cNvSpPr>
            <a:spLocks noGrp="1"/>
          </p:cNvSpPr>
          <p:nvPr/>
        </p:nvSpPr>
        <p:spPr>
          <a:xfrm>
            <a:off x="8146161" y="3296031"/>
            <a:ext cx="401193" cy="401193"/>
          </a:xfrm>
          <a:prstGeom prst="rect">
            <a:avLst/>
          </a:prstGeom>
          <a:solidFill>
            <a:srgbClr val="0E4D65"/>
          </a:solidFill>
          <a:ln w="9525">
            <a:solidFill>
              <a:srgbClr val="69E3F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FCB973E-F1C6-448E-A9AF-F0CBFAB3BE2C}"/>
              </a:ext>
            </a:extLst>
          </p:cNvPr>
          <p:cNvSpPr>
            <a:spLocks noGrp="1"/>
          </p:cNvSpPr>
          <p:nvPr/>
        </p:nvSpPr>
        <p:spPr>
          <a:xfrm>
            <a:off x="8146161" y="332574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cxnSp>
        <p:nvCxnSpPr>
          <p:cNvPr id="103" name="Прямая со стрелкой 102"/>
          <p:cNvCxnSpPr>
            <a:stCxn id="16" idx="3"/>
            <a:endCxn id="18" idx="1"/>
          </p:cNvCxnSpPr>
          <p:nvPr/>
        </p:nvCxnSpPr>
        <p:spPr>
          <a:xfrm flipV="1">
            <a:off x="1600772" y="2493646"/>
            <a:ext cx="1270444" cy="1448752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14AB5F41-7961-4CA8-8702-C2C9A0ACB6A4}"/>
              </a:ext>
            </a:extLst>
          </p:cNvPr>
          <p:cNvSpPr>
            <a:spLocks noGrp="1"/>
          </p:cNvSpPr>
          <p:nvPr/>
        </p:nvSpPr>
        <p:spPr>
          <a:xfrm>
            <a:off x="2165414" y="3028569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18FDEAD-90EB-43DA-BA50-B58BA02815D7}"/>
              </a:ext>
            </a:extLst>
          </p:cNvPr>
          <p:cNvSpPr>
            <a:spLocks noGrp="1"/>
          </p:cNvSpPr>
          <p:nvPr/>
        </p:nvSpPr>
        <p:spPr>
          <a:xfrm>
            <a:off x="2172843" y="3043428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06" name="Прямая со стрелкой 105"/>
          <p:cNvCxnSpPr>
            <a:stCxn id="16" idx="3"/>
            <a:endCxn id="20" idx="1"/>
          </p:cNvCxnSpPr>
          <p:nvPr/>
        </p:nvCxnSpPr>
        <p:spPr>
          <a:xfrm>
            <a:off x="1600772" y="3942398"/>
            <a:ext cx="1270444" cy="11515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1ADF26EC-28EC-4FC5-B2C4-DC8A1A111B7F}"/>
              </a:ext>
            </a:extLst>
          </p:cNvPr>
          <p:cNvSpPr>
            <a:spLocks noGrp="1"/>
          </p:cNvSpPr>
          <p:nvPr/>
        </p:nvSpPr>
        <p:spPr>
          <a:xfrm>
            <a:off x="2165414" y="461105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D39090B-5BF1-4B90-9CA7-4AB78735BE9D}"/>
              </a:ext>
            </a:extLst>
          </p:cNvPr>
          <p:cNvSpPr>
            <a:spLocks noGrp="1"/>
          </p:cNvSpPr>
          <p:nvPr/>
        </p:nvSpPr>
        <p:spPr>
          <a:xfrm>
            <a:off x="2172843" y="462591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09" name="Прямая со стрелкой 108"/>
          <p:cNvCxnSpPr>
            <a:stCxn id="18" idx="3"/>
            <a:endCxn id="22" idx="1"/>
          </p:cNvCxnSpPr>
          <p:nvPr/>
        </p:nvCxnSpPr>
        <p:spPr>
          <a:xfrm flipV="1">
            <a:off x="3272409" y="2196466"/>
            <a:ext cx="1567625" cy="297180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7CF90A15-986E-48EC-B7D8-1BF257AB889A}"/>
              </a:ext>
            </a:extLst>
          </p:cNvPr>
          <p:cNvSpPr>
            <a:spLocks noGrp="1"/>
          </p:cNvSpPr>
          <p:nvPr/>
        </p:nvSpPr>
        <p:spPr>
          <a:xfrm>
            <a:off x="3948494" y="2211324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8368076-5A27-4CB4-92A3-B22815FD987D}"/>
              </a:ext>
            </a:extLst>
          </p:cNvPr>
          <p:cNvSpPr>
            <a:spLocks noGrp="1"/>
          </p:cNvSpPr>
          <p:nvPr/>
        </p:nvSpPr>
        <p:spPr>
          <a:xfrm>
            <a:off x="3955923" y="2226183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2" name="Прямая со стрелкой 111"/>
          <p:cNvCxnSpPr>
            <a:stCxn id="18" idx="3"/>
            <a:endCxn id="24" idx="1"/>
          </p:cNvCxnSpPr>
          <p:nvPr/>
        </p:nvCxnSpPr>
        <p:spPr>
          <a:xfrm>
            <a:off x="3272409" y="2493646"/>
            <a:ext cx="1567625" cy="133731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4EB313F5-E58B-4A62-A4DE-3F3690598FF0}"/>
              </a:ext>
            </a:extLst>
          </p:cNvPr>
          <p:cNvSpPr>
            <a:spLocks noGrp="1"/>
          </p:cNvSpPr>
          <p:nvPr/>
        </p:nvSpPr>
        <p:spPr>
          <a:xfrm>
            <a:off x="3948494" y="3088005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9EA58917-A556-4299-835B-85AAE28AC1DF}"/>
              </a:ext>
            </a:extLst>
          </p:cNvPr>
          <p:cNvSpPr>
            <a:spLocks noGrp="1"/>
          </p:cNvSpPr>
          <p:nvPr/>
        </p:nvSpPr>
        <p:spPr>
          <a:xfrm>
            <a:off x="3955923" y="3102864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15" name="Прямая со стрелкой 114"/>
          <p:cNvCxnSpPr>
            <a:stCxn id="20" idx="3"/>
            <a:endCxn id="24" idx="1"/>
          </p:cNvCxnSpPr>
          <p:nvPr/>
        </p:nvCxnSpPr>
        <p:spPr>
          <a:xfrm flipV="1">
            <a:off x="3272409" y="3830956"/>
            <a:ext cx="1567625" cy="126301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6FDE0BD7-72D2-41D5-B71B-34D2682BBFBF}"/>
              </a:ext>
            </a:extLst>
          </p:cNvPr>
          <p:cNvSpPr>
            <a:spLocks noGrp="1"/>
          </p:cNvSpPr>
          <p:nvPr/>
        </p:nvSpPr>
        <p:spPr>
          <a:xfrm>
            <a:off x="3948494" y="446246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9DE48339-AB4C-4D3B-9F86-6404684C7B11}"/>
              </a:ext>
            </a:extLst>
          </p:cNvPr>
          <p:cNvSpPr>
            <a:spLocks noGrp="1"/>
          </p:cNvSpPr>
          <p:nvPr/>
        </p:nvSpPr>
        <p:spPr>
          <a:xfrm>
            <a:off x="3955923" y="447732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8" name="Прямая со стрелкой 117"/>
          <p:cNvCxnSpPr>
            <a:stCxn id="20" idx="3"/>
            <a:endCxn id="26" idx="1"/>
          </p:cNvCxnSpPr>
          <p:nvPr/>
        </p:nvCxnSpPr>
        <p:spPr>
          <a:xfrm>
            <a:off x="3272409" y="5093971"/>
            <a:ext cx="323926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9E849AD5-17E2-4D42-98B8-96E08D719D7A}"/>
              </a:ext>
            </a:extLst>
          </p:cNvPr>
          <p:cNvSpPr>
            <a:spLocks noGrp="1"/>
          </p:cNvSpPr>
          <p:nvPr/>
        </p:nvSpPr>
        <p:spPr>
          <a:xfrm>
            <a:off x="4840034" y="509397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CBE578F7-2F38-4E35-9BAD-2F304CFE9450}"/>
              </a:ext>
            </a:extLst>
          </p:cNvPr>
          <p:cNvSpPr>
            <a:spLocks noGrp="1"/>
          </p:cNvSpPr>
          <p:nvPr/>
        </p:nvSpPr>
        <p:spPr>
          <a:xfrm>
            <a:off x="4847463" y="510882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21" name="Прямая со стрелкой 120"/>
          <p:cNvCxnSpPr>
            <a:stCxn id="22" idx="3"/>
            <a:endCxn id="28" idx="1"/>
          </p:cNvCxnSpPr>
          <p:nvPr/>
        </p:nvCxnSpPr>
        <p:spPr>
          <a:xfrm>
            <a:off x="5241227" y="2196466"/>
            <a:ext cx="2904934" cy="1300162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CC0DBFEC-F135-4EBB-815D-1AFA26DDE345}"/>
              </a:ext>
            </a:extLst>
          </p:cNvPr>
          <p:cNvSpPr>
            <a:spLocks noGrp="1"/>
          </p:cNvSpPr>
          <p:nvPr/>
        </p:nvSpPr>
        <p:spPr>
          <a:xfrm>
            <a:off x="6548819" y="253079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5413A455-E7CD-40BB-9368-93B7D43B7442}"/>
              </a:ext>
            </a:extLst>
          </p:cNvPr>
          <p:cNvSpPr>
            <a:spLocks noGrp="1"/>
          </p:cNvSpPr>
          <p:nvPr/>
        </p:nvSpPr>
        <p:spPr>
          <a:xfrm>
            <a:off x="6556248" y="254565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24" name="Прямая со стрелкой 123"/>
          <p:cNvCxnSpPr>
            <a:stCxn id="24" idx="3"/>
            <a:endCxn id="26" idx="1"/>
          </p:cNvCxnSpPr>
          <p:nvPr/>
        </p:nvCxnSpPr>
        <p:spPr>
          <a:xfrm>
            <a:off x="5241227" y="3830956"/>
            <a:ext cx="1270444" cy="126301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0FF5DA0B-FE13-4DC0-AF21-54B40FBBA69B}"/>
              </a:ext>
            </a:extLst>
          </p:cNvPr>
          <p:cNvSpPr>
            <a:spLocks noGrp="1"/>
          </p:cNvSpPr>
          <p:nvPr/>
        </p:nvSpPr>
        <p:spPr>
          <a:xfrm>
            <a:off x="5805869" y="449961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9266A557-5017-4B9E-AE73-B809A321B69D}"/>
              </a:ext>
            </a:extLst>
          </p:cNvPr>
          <p:cNvSpPr>
            <a:spLocks noGrp="1"/>
          </p:cNvSpPr>
          <p:nvPr/>
        </p:nvSpPr>
        <p:spPr>
          <a:xfrm>
            <a:off x="5813298" y="451446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27" name="Прямая со стрелкой 126"/>
          <p:cNvCxnSpPr>
            <a:stCxn id="24" idx="3"/>
            <a:endCxn id="28" idx="1"/>
          </p:cNvCxnSpPr>
          <p:nvPr/>
        </p:nvCxnSpPr>
        <p:spPr>
          <a:xfrm flipV="1">
            <a:off x="5241227" y="3496628"/>
            <a:ext cx="2904934" cy="334328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0FA2A661-3135-439A-BAAD-3C47F97F749C}"/>
              </a:ext>
            </a:extLst>
          </p:cNvPr>
          <p:cNvSpPr>
            <a:spLocks noGrp="1"/>
          </p:cNvSpPr>
          <p:nvPr/>
        </p:nvSpPr>
        <p:spPr>
          <a:xfrm>
            <a:off x="6623114" y="3496627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CD4DB1E-A725-4CF8-A6B9-3A9BD10F684E}"/>
              </a:ext>
            </a:extLst>
          </p:cNvPr>
          <p:cNvSpPr>
            <a:spLocks noGrp="1"/>
          </p:cNvSpPr>
          <p:nvPr/>
        </p:nvSpPr>
        <p:spPr>
          <a:xfrm>
            <a:off x="6630543" y="3511486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30" name="Прямая со стрелкой 129"/>
          <p:cNvCxnSpPr>
            <a:stCxn id="26" idx="3"/>
            <a:endCxn id="28" idx="2"/>
          </p:cNvCxnSpPr>
          <p:nvPr/>
        </p:nvCxnSpPr>
        <p:spPr>
          <a:xfrm flipV="1">
            <a:off x="6912864" y="3697224"/>
            <a:ext cx="1433893" cy="1396747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0891F827-2069-4DDC-A84F-C492E9C1CFA5}"/>
              </a:ext>
            </a:extLst>
          </p:cNvPr>
          <p:cNvSpPr>
            <a:spLocks noGrp="1"/>
          </p:cNvSpPr>
          <p:nvPr/>
        </p:nvSpPr>
        <p:spPr>
          <a:xfrm>
            <a:off x="7440359" y="431387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B7032266-C100-4DA4-A575-64BD8927367E}"/>
              </a:ext>
            </a:extLst>
          </p:cNvPr>
          <p:cNvSpPr>
            <a:spLocks noGrp="1"/>
          </p:cNvSpPr>
          <p:nvPr/>
        </p:nvSpPr>
        <p:spPr>
          <a:xfrm>
            <a:off x="7447788" y="432873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2ADABC64-48A9-4D29-9AB3-5B7E5B6F68A0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762250" cy="3143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D683B6B8-1E33-48A3-BC20-6D4BA7C10EC3}"/>
              </a:ext>
            </a:extLst>
          </p:cNvPr>
          <p:cNvSpPr>
            <a:spLocks noGrp="1"/>
          </p:cNvSpPr>
          <p:nvPr/>
        </p:nvSpPr>
        <p:spPr>
          <a:xfrm>
            <a:off x="9096375" y="22479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125" b="1">
                <a:solidFill>
                  <a:srgbClr val="F15B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5BB5"/>
                </a:solidFill>
                <a:latin typeface="Arial"/>
                <a:ea typeface="Arial"/>
                <a:cs typeface="Arial"/>
              </a:rPr>
              <a:t>ЖОЛ ҚҰНЫ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598582E1-934B-45FD-871E-A6BF3A30CCD0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3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FC5C7104-AF94-4CBE-A28C-10EFFE7CDF0F}"/>
              </a:ext>
            </a:extLst>
          </p:cNvPr>
          <p:cNvSpPr>
            <a:spLocks noGrp="1"/>
          </p:cNvSpPr>
          <p:nvPr/>
        </p:nvSpPr>
        <p:spPr>
          <a:xfrm>
            <a:off x="9096375" y="3343275"/>
            <a:ext cx="22860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77C5A24A-79F7-4F1E-8EE4-51887CF5B022}"/>
              </a:ext>
            </a:extLst>
          </p:cNvPr>
          <p:cNvSpPr>
            <a:spLocks noGrp="1"/>
          </p:cNvSpPr>
          <p:nvPr/>
        </p:nvSpPr>
        <p:spPr>
          <a:xfrm>
            <a:off x="9096375" y="3571875"/>
            <a:ext cx="22860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3 қабырға. Іздеу тереңдікке тәуелді болғандықтан арзан B тармағын қарамады.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F2F937E9-351A-41FA-9EC4-FA1A7E6B623D}"/>
              </a:ext>
            </a:extLst>
          </p:cNvPr>
          <p:cNvSpPr>
            <a:spLocks noGrp="1"/>
          </p:cNvSpPr>
          <p:nvPr/>
        </p:nvSpPr>
        <p:spPr>
          <a:xfrm>
            <a:off x="533400" y="5553075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Өту реті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6A4DB9BD-364B-493F-8806-516FCED4934C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8A101BB4-15ED-40ED-9F02-B0D471E972D1}"/>
              </a:ext>
            </a:extLst>
          </p:cNvPr>
          <p:cNvSpPr>
            <a:spLocks noGrp="1"/>
          </p:cNvSpPr>
          <p:nvPr/>
        </p:nvSpPr>
        <p:spPr>
          <a:xfrm>
            <a:off x="5334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501761AC-87C7-4D85-92DE-C133F535249E}"/>
              </a:ext>
            </a:extLst>
          </p:cNvPr>
          <p:cNvSpPr>
            <a:spLocks noGrp="1"/>
          </p:cNvSpPr>
          <p:nvPr/>
        </p:nvSpPr>
        <p:spPr>
          <a:xfrm>
            <a:off x="13525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AB3B4289-825F-4C60-BE8D-5E265D1DA86B}"/>
              </a:ext>
            </a:extLst>
          </p:cNvPr>
          <p:cNvSpPr>
            <a:spLocks noGrp="1"/>
          </p:cNvSpPr>
          <p:nvPr/>
        </p:nvSpPr>
        <p:spPr>
          <a:xfrm>
            <a:off x="13525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B57CCBA9-54EB-4DCF-B824-4AC3419EB1FA}"/>
              </a:ext>
            </a:extLst>
          </p:cNvPr>
          <p:cNvSpPr>
            <a:spLocks noGrp="1"/>
          </p:cNvSpPr>
          <p:nvPr/>
        </p:nvSpPr>
        <p:spPr>
          <a:xfrm>
            <a:off x="21717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38A35678-BE16-4CE6-88AE-FC7DA26DF3A2}"/>
              </a:ext>
            </a:extLst>
          </p:cNvPr>
          <p:cNvSpPr>
            <a:spLocks noGrp="1"/>
          </p:cNvSpPr>
          <p:nvPr/>
        </p:nvSpPr>
        <p:spPr>
          <a:xfrm>
            <a:off x="21717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151250C2-7B8F-4F18-A818-E0A28D54B595}"/>
              </a:ext>
            </a:extLst>
          </p:cNvPr>
          <p:cNvSpPr>
            <a:spLocks noGrp="1"/>
          </p:cNvSpPr>
          <p:nvPr/>
        </p:nvSpPr>
        <p:spPr>
          <a:xfrm>
            <a:off x="2990850" y="5810250"/>
            <a:ext cx="742950" cy="361950"/>
          </a:xfrm>
          <a:prstGeom prst="rect">
            <a:avLst/>
          </a:prstGeom>
          <a:solidFill>
            <a:srgbClr val="F15BB5"/>
          </a:solidFill>
          <a:ln w="9525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83FFABE7-C22D-4F9F-82C8-8A57F803160C}"/>
              </a:ext>
            </a:extLst>
          </p:cNvPr>
          <p:cNvSpPr>
            <a:spLocks noGrp="1"/>
          </p:cNvSpPr>
          <p:nvPr/>
        </p:nvSpPr>
        <p:spPr>
          <a:xfrm>
            <a:off x="29908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531157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2C1C28E3-18E4-4945-8CB8-B04B94B42B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094FB15-80FC-4895-B775-9B4A4883B8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0DB8EFA-D9B3-475E-B5E2-38F38ADEA0A8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1905B0-D8CF-4F73-A1E7-D3E844CF30B1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BFS — Breadth-First Search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5A67BFA-5F62-492E-8A89-28E91A9DF908}"/>
              </a:ext>
            </a:extLst>
          </p:cNvPr>
          <p:cNvSpPr>
            <a:spLocks noGrp="1"/>
          </p:cNvSpPr>
          <p:nvPr/>
        </p:nvSpPr>
        <p:spPr>
          <a:xfrm>
            <a:off x="10991850" y="61150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6D84BDB-4AF0-42D3-BA20-8E71389D40A1}"/>
              </a:ext>
            </a:extLst>
          </p:cNvPr>
          <p:cNvSpPr>
            <a:spLocks noGrp="1"/>
          </p:cNvSpPr>
          <p:nvPr/>
        </p:nvSpPr>
        <p:spPr>
          <a:xfrm>
            <a:off x="11201400" y="611505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C816BE4-A956-4A64-8BA0-E8B0716DC8D6}"/>
              </a:ext>
            </a:extLst>
          </p:cNvPr>
          <p:cNvSpPr>
            <a:spLocks noGrp="1"/>
          </p:cNvSpPr>
          <p:nvPr/>
        </p:nvSpPr>
        <p:spPr>
          <a:xfrm>
            <a:off x="11410950" y="590550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7712C07-0BCE-4F74-AF9E-3E95B531D6E0}"/>
              </a:ext>
            </a:extLst>
          </p:cNvPr>
          <p:cNvSpPr>
            <a:spLocks noGrp="1"/>
          </p:cNvSpPr>
          <p:nvPr/>
        </p:nvSpPr>
        <p:spPr>
          <a:xfrm>
            <a:off x="11410950" y="61150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CD277E2-08B1-417F-A8DD-A90DA979A42A}"/>
              </a:ext>
            </a:extLst>
          </p:cNvPr>
          <p:cNvSpPr>
            <a:spLocks noGrp="1"/>
          </p:cNvSpPr>
          <p:nvPr/>
        </p:nvSpPr>
        <p:spPr>
          <a:xfrm>
            <a:off x="11620500" y="59055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51E9A42-EFE9-4D94-96C7-EA7D9DD50547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89E8D9D-0486-4A94-9469-02E1B6325E85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AAE5D0F-4825-468C-A3D4-2BDB1E187674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149136F-7E7B-40EE-8546-F8E6A692B49E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562100" cy="285750"/>
          </a:xfrm>
          <a:prstGeom prst="roundRect">
            <a:avLst>
              <a:gd name="adj" fmla="val 6667"/>
            </a:avLst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7207E-C700-4157-A33C-52A6ACB27500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4097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АЛГОРИТМ 02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BD16AA9-0CA1-4636-9F34-06D6C3880766}"/>
              </a:ext>
            </a:extLst>
          </p:cNvPr>
          <p:cNvSpPr>
            <a:spLocks noGrp="1"/>
          </p:cNvSpPr>
          <p:nvPr/>
        </p:nvSpPr>
        <p:spPr>
          <a:xfrm>
            <a:off x="533400" y="1685925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0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Алдымен жақын деңгей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AF3D80F-684B-4772-AFB0-F6DE12C073F0}"/>
              </a:ext>
            </a:extLst>
          </p:cNvPr>
          <p:cNvSpPr>
            <a:spLocks noGrp="1"/>
          </p:cNvSpPr>
          <p:nvPr/>
        </p:nvSpPr>
        <p:spPr>
          <a:xfrm>
            <a:off x="533400" y="2295525"/>
            <a:ext cx="47053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Кезек (FIFO). Алғашқы табылған Goal ең аз қабырға саны бар жолда болады.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13A3494-E6A3-4E4C-8875-44971F168FAA}"/>
              </a:ext>
            </a:extLst>
          </p:cNvPr>
          <p:cNvSpPr>
            <a:spLocks noGrp="1"/>
          </p:cNvSpPr>
          <p:nvPr/>
        </p:nvSpPr>
        <p:spPr>
          <a:xfrm>
            <a:off x="533400" y="33147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0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FRONTIER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C1ED577-15D2-4BDB-9953-A4F03C782FC9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B65AC45-ED41-4018-9210-F5083188D7C1}"/>
              </a:ext>
            </a:extLst>
          </p:cNvPr>
          <p:cNvSpPr>
            <a:spLocks noGrp="1"/>
          </p:cNvSpPr>
          <p:nvPr/>
        </p:nvSpPr>
        <p:spPr>
          <a:xfrm>
            <a:off x="2743200" y="33147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0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БАСЫМДЫҚ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25BE204-97A9-4108-BDE5-C2FAB45CB600}"/>
              </a:ext>
            </a:extLst>
          </p:cNvPr>
          <p:cNvSpPr>
            <a:spLocks noGrp="1"/>
          </p:cNvSpPr>
          <p:nvPr/>
        </p:nvSpPr>
        <p:spPr>
          <a:xfrm>
            <a:off x="2743200" y="35052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деңгей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6F0518A-0E8B-4AF1-A2DD-66865630F48E}"/>
              </a:ext>
            </a:extLst>
          </p:cNvPr>
          <p:cNvSpPr>
            <a:spLocks noGrp="1"/>
          </p:cNvSpPr>
          <p:nvPr/>
        </p:nvSpPr>
        <p:spPr>
          <a:xfrm>
            <a:off x="533400" y="4162425"/>
            <a:ext cx="4762500" cy="1771650"/>
          </a:xfrm>
          <a:prstGeom prst="rect">
            <a:avLst/>
          </a:prstGeom>
          <a:solidFill>
            <a:srgbClr val="06121D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9FF8A1E-038E-4220-B59E-ADAF074BEFDC}"/>
              </a:ext>
            </a:extLst>
          </p:cNvPr>
          <p:cNvSpPr>
            <a:spLocks noGrp="1"/>
          </p:cNvSpPr>
          <p:nvPr/>
        </p:nvSpPr>
        <p:spPr>
          <a:xfrm>
            <a:off x="704850" y="4324350"/>
            <a:ext cx="44196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queue = deque([start])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while queue: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u = queue.popleft()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visit(u)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if u == goal: break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for v in graph[u]: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  queue.append(v)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E858CEB-68DC-4215-BE24-E4B491D15008}"/>
              </a:ext>
            </a:extLst>
          </p:cNvPr>
          <p:cNvSpPr>
            <a:spLocks noGrp="1"/>
          </p:cNvSpPr>
          <p:nvPr/>
        </p:nvSpPr>
        <p:spPr>
          <a:xfrm>
            <a:off x="6049423" y="2895219"/>
            <a:ext cx="293180" cy="293180"/>
          </a:xfrm>
          <a:prstGeom prst="rect">
            <a:avLst/>
          </a:prstGeom>
          <a:solidFill>
            <a:srgbClr val="52213F"/>
          </a:solidFill>
          <a:ln w="9525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A8A6BF9-945A-486A-A317-310B9DBFE70C}"/>
              </a:ext>
            </a:extLst>
          </p:cNvPr>
          <p:cNvSpPr>
            <a:spLocks noGrp="1"/>
          </p:cNvSpPr>
          <p:nvPr/>
        </p:nvSpPr>
        <p:spPr>
          <a:xfrm>
            <a:off x="6049423" y="2916936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CDD07E7-0C6D-478F-8E05-9CB9BB21C922}"/>
              </a:ext>
            </a:extLst>
          </p:cNvPr>
          <p:cNvSpPr>
            <a:spLocks noGrp="1"/>
          </p:cNvSpPr>
          <p:nvPr/>
        </p:nvSpPr>
        <p:spPr>
          <a:xfrm>
            <a:off x="7271004" y="1836515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6F97F7E-ED1B-4959-954C-E8B9180A8471}"/>
              </a:ext>
            </a:extLst>
          </p:cNvPr>
          <p:cNvSpPr>
            <a:spLocks noGrp="1"/>
          </p:cNvSpPr>
          <p:nvPr/>
        </p:nvSpPr>
        <p:spPr>
          <a:xfrm>
            <a:off x="7271004" y="1858232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40894FB-3318-4E26-A032-6B30C34F9AA7}"/>
              </a:ext>
            </a:extLst>
          </p:cNvPr>
          <p:cNvSpPr>
            <a:spLocks noGrp="1"/>
          </p:cNvSpPr>
          <p:nvPr/>
        </p:nvSpPr>
        <p:spPr>
          <a:xfrm>
            <a:off x="7271004" y="3736753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5D9116C-0404-47FF-915F-33D2958941B1}"/>
              </a:ext>
            </a:extLst>
          </p:cNvPr>
          <p:cNvSpPr>
            <a:spLocks noGrp="1"/>
          </p:cNvSpPr>
          <p:nvPr/>
        </p:nvSpPr>
        <p:spPr>
          <a:xfrm>
            <a:off x="7271004" y="3758470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85E90F0-959E-4B04-999D-75CC0B5F91ED}"/>
              </a:ext>
            </a:extLst>
          </p:cNvPr>
          <p:cNvSpPr>
            <a:spLocks noGrp="1"/>
          </p:cNvSpPr>
          <p:nvPr/>
        </p:nvSpPr>
        <p:spPr>
          <a:xfrm>
            <a:off x="8709755" y="1619345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6794A06-24B2-4BEC-B240-75A5A0DE8B7A}"/>
              </a:ext>
            </a:extLst>
          </p:cNvPr>
          <p:cNvSpPr>
            <a:spLocks noGrp="1"/>
          </p:cNvSpPr>
          <p:nvPr/>
        </p:nvSpPr>
        <p:spPr>
          <a:xfrm>
            <a:off x="8709755" y="1641062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B86FDB0-4BC6-4B6C-9EBA-21A8BF2A97FA}"/>
              </a:ext>
            </a:extLst>
          </p:cNvPr>
          <p:cNvSpPr>
            <a:spLocks noGrp="1"/>
          </p:cNvSpPr>
          <p:nvPr/>
        </p:nvSpPr>
        <p:spPr>
          <a:xfrm>
            <a:off x="8709755" y="2813780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F3800D5-B760-4A4A-96AE-22218B13F6F9}"/>
              </a:ext>
            </a:extLst>
          </p:cNvPr>
          <p:cNvSpPr>
            <a:spLocks noGrp="1"/>
          </p:cNvSpPr>
          <p:nvPr/>
        </p:nvSpPr>
        <p:spPr>
          <a:xfrm>
            <a:off x="8709755" y="2835497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14C4361-B1CC-424D-8AB2-DFC42E5FEECB}"/>
              </a:ext>
            </a:extLst>
          </p:cNvPr>
          <p:cNvSpPr>
            <a:spLocks noGrp="1"/>
          </p:cNvSpPr>
          <p:nvPr/>
        </p:nvSpPr>
        <p:spPr>
          <a:xfrm>
            <a:off x="9931336" y="3736753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07FE646-56C3-40DC-8F1F-49D6F198C698}"/>
              </a:ext>
            </a:extLst>
          </p:cNvPr>
          <p:cNvSpPr>
            <a:spLocks noGrp="1"/>
          </p:cNvSpPr>
          <p:nvPr/>
        </p:nvSpPr>
        <p:spPr>
          <a:xfrm>
            <a:off x="9931336" y="3758470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B61749E-92B1-46B9-8F7D-6C9793707872}"/>
              </a:ext>
            </a:extLst>
          </p:cNvPr>
          <p:cNvSpPr>
            <a:spLocks noGrp="1"/>
          </p:cNvSpPr>
          <p:nvPr/>
        </p:nvSpPr>
        <p:spPr>
          <a:xfrm>
            <a:off x="11125771" y="2569464"/>
            <a:ext cx="293180" cy="293180"/>
          </a:xfrm>
          <a:prstGeom prst="rect">
            <a:avLst/>
          </a:prstGeom>
          <a:solidFill>
            <a:srgbClr val="314B12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C64B0B7-362D-4902-8EC4-D9C747574A22}"/>
              </a:ext>
            </a:extLst>
          </p:cNvPr>
          <p:cNvSpPr>
            <a:spLocks noGrp="1"/>
          </p:cNvSpPr>
          <p:nvPr/>
        </p:nvSpPr>
        <p:spPr>
          <a:xfrm>
            <a:off x="11125771" y="2591181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cxnSp>
        <p:nvCxnSpPr>
          <p:cNvPr id="105" name="Прямая со стрелкой 104"/>
          <p:cNvCxnSpPr>
            <a:stCxn id="23" idx="3"/>
            <a:endCxn id="25" idx="1"/>
          </p:cNvCxnSpPr>
          <p:nvPr/>
        </p:nvCxnSpPr>
        <p:spPr>
          <a:xfrm flipV="1">
            <a:off x="6342603" y="1983105"/>
            <a:ext cx="928401" cy="1058704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BCF3FB6-1E22-4DE9-8307-D25E61FE1D20}"/>
              </a:ext>
            </a:extLst>
          </p:cNvPr>
          <p:cNvSpPr>
            <a:spLocks noGrp="1"/>
          </p:cNvSpPr>
          <p:nvPr/>
        </p:nvSpPr>
        <p:spPr>
          <a:xfrm>
            <a:off x="6755225" y="237401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8189DC3-9C7D-40B3-AAA0-3CADEFB17DBE}"/>
              </a:ext>
            </a:extLst>
          </p:cNvPr>
          <p:cNvSpPr>
            <a:spLocks noGrp="1"/>
          </p:cNvSpPr>
          <p:nvPr/>
        </p:nvSpPr>
        <p:spPr>
          <a:xfrm>
            <a:off x="6760655" y="238487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08" name="Прямая со стрелкой 107"/>
          <p:cNvCxnSpPr>
            <a:stCxn id="23" idx="3"/>
            <a:endCxn id="27" idx="1"/>
          </p:cNvCxnSpPr>
          <p:nvPr/>
        </p:nvCxnSpPr>
        <p:spPr>
          <a:xfrm>
            <a:off x="6342603" y="3041809"/>
            <a:ext cx="928401" cy="841534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4174461B-A9DC-4A50-8B0C-BF214698186E}"/>
              </a:ext>
            </a:extLst>
          </p:cNvPr>
          <p:cNvSpPr>
            <a:spLocks noGrp="1"/>
          </p:cNvSpPr>
          <p:nvPr/>
        </p:nvSpPr>
        <p:spPr>
          <a:xfrm>
            <a:off x="6755225" y="353044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5C124B64-6A0E-422B-A001-6C23068BFDA5}"/>
              </a:ext>
            </a:extLst>
          </p:cNvPr>
          <p:cNvSpPr>
            <a:spLocks noGrp="1"/>
          </p:cNvSpPr>
          <p:nvPr/>
        </p:nvSpPr>
        <p:spPr>
          <a:xfrm>
            <a:off x="6760655" y="354130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11" name="Прямая со стрелкой 110"/>
          <p:cNvCxnSpPr>
            <a:stCxn id="25" idx="3"/>
            <a:endCxn id="29" idx="1"/>
          </p:cNvCxnSpPr>
          <p:nvPr/>
        </p:nvCxnSpPr>
        <p:spPr>
          <a:xfrm flipV="1">
            <a:off x="7564184" y="1765935"/>
            <a:ext cx="1145571" cy="21717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22C0E7DE-9A6E-4FF3-9C99-59A59152BD9A}"/>
              </a:ext>
            </a:extLst>
          </p:cNvPr>
          <p:cNvSpPr>
            <a:spLocks noGrp="1"/>
          </p:cNvSpPr>
          <p:nvPr/>
        </p:nvSpPr>
        <p:spPr>
          <a:xfrm>
            <a:off x="8058245" y="1776794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83425276-2537-4378-89EF-597A7707D09D}"/>
              </a:ext>
            </a:extLst>
          </p:cNvPr>
          <p:cNvSpPr>
            <a:spLocks noGrp="1"/>
          </p:cNvSpPr>
          <p:nvPr/>
        </p:nvSpPr>
        <p:spPr>
          <a:xfrm>
            <a:off x="8063674" y="1787652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4" name="Прямая со стрелкой 113"/>
          <p:cNvCxnSpPr>
            <a:stCxn id="25" idx="3"/>
            <a:endCxn id="31" idx="1"/>
          </p:cNvCxnSpPr>
          <p:nvPr/>
        </p:nvCxnSpPr>
        <p:spPr>
          <a:xfrm>
            <a:off x="7564184" y="1983105"/>
            <a:ext cx="1145571" cy="97726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EC9E179E-9332-40C4-BB3F-178C7E56772D}"/>
              </a:ext>
            </a:extLst>
          </p:cNvPr>
          <p:cNvSpPr>
            <a:spLocks noGrp="1"/>
          </p:cNvSpPr>
          <p:nvPr/>
        </p:nvSpPr>
        <p:spPr>
          <a:xfrm>
            <a:off x="8058245" y="2417445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915E78FC-0F2D-4A65-BF44-F26DDC97286E}"/>
              </a:ext>
            </a:extLst>
          </p:cNvPr>
          <p:cNvSpPr>
            <a:spLocks noGrp="1"/>
          </p:cNvSpPr>
          <p:nvPr/>
        </p:nvSpPr>
        <p:spPr>
          <a:xfrm>
            <a:off x="8063674" y="2428304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17" name="Прямая со стрелкой 116"/>
          <p:cNvCxnSpPr>
            <a:stCxn id="27" idx="3"/>
            <a:endCxn id="31" idx="1"/>
          </p:cNvCxnSpPr>
          <p:nvPr/>
        </p:nvCxnSpPr>
        <p:spPr>
          <a:xfrm flipV="1">
            <a:off x="7564184" y="2960370"/>
            <a:ext cx="1145571" cy="9229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78475BC7-9803-40F1-9393-2798F844EC1B}"/>
              </a:ext>
            </a:extLst>
          </p:cNvPr>
          <p:cNvSpPr>
            <a:spLocks noGrp="1"/>
          </p:cNvSpPr>
          <p:nvPr/>
        </p:nvSpPr>
        <p:spPr>
          <a:xfrm>
            <a:off x="8058245" y="3421856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4F8ACC91-80A3-49CF-A282-FA2340E67B2E}"/>
              </a:ext>
            </a:extLst>
          </p:cNvPr>
          <p:cNvSpPr>
            <a:spLocks noGrp="1"/>
          </p:cNvSpPr>
          <p:nvPr/>
        </p:nvSpPr>
        <p:spPr>
          <a:xfrm>
            <a:off x="8063674" y="3432715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0" name="Прямая со стрелкой 119"/>
          <p:cNvCxnSpPr>
            <a:stCxn id="27" idx="3"/>
            <a:endCxn id="33" idx="1"/>
          </p:cNvCxnSpPr>
          <p:nvPr/>
        </p:nvCxnSpPr>
        <p:spPr>
          <a:xfrm>
            <a:off x="7564184" y="3883343"/>
            <a:ext cx="236715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ADBE7223-0AFB-4E23-B774-C4DEE826BEB4}"/>
              </a:ext>
            </a:extLst>
          </p:cNvPr>
          <p:cNvSpPr>
            <a:spLocks noGrp="1"/>
          </p:cNvSpPr>
          <p:nvPr/>
        </p:nvSpPr>
        <p:spPr>
          <a:xfrm>
            <a:off x="8709755" y="3883343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77839953-74BA-428D-A8C1-079518F4528F}"/>
              </a:ext>
            </a:extLst>
          </p:cNvPr>
          <p:cNvSpPr>
            <a:spLocks noGrp="1"/>
          </p:cNvSpPr>
          <p:nvPr/>
        </p:nvSpPr>
        <p:spPr>
          <a:xfrm>
            <a:off x="8715185" y="3894201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23" name="Прямая со стрелкой 122"/>
          <p:cNvCxnSpPr>
            <a:stCxn id="29" idx="3"/>
            <a:endCxn id="35" idx="1"/>
          </p:cNvCxnSpPr>
          <p:nvPr/>
        </p:nvCxnSpPr>
        <p:spPr>
          <a:xfrm>
            <a:off x="9002935" y="1765935"/>
            <a:ext cx="2122836" cy="950119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E3D6B5ED-DBDE-40AC-A563-1B6DB68BC20D}"/>
              </a:ext>
            </a:extLst>
          </p:cNvPr>
          <p:cNvSpPr>
            <a:spLocks noGrp="1"/>
          </p:cNvSpPr>
          <p:nvPr/>
        </p:nvSpPr>
        <p:spPr>
          <a:xfrm>
            <a:off x="9958483" y="201025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A599EEAA-AE4D-4565-AE05-53700FA22BDB}"/>
              </a:ext>
            </a:extLst>
          </p:cNvPr>
          <p:cNvSpPr>
            <a:spLocks noGrp="1"/>
          </p:cNvSpPr>
          <p:nvPr/>
        </p:nvSpPr>
        <p:spPr>
          <a:xfrm>
            <a:off x="9963912" y="202111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26" name="Прямая со стрелкой 125"/>
          <p:cNvCxnSpPr>
            <a:stCxn id="31" idx="3"/>
            <a:endCxn id="33" idx="1"/>
          </p:cNvCxnSpPr>
          <p:nvPr/>
        </p:nvCxnSpPr>
        <p:spPr>
          <a:xfrm>
            <a:off x="9002935" y="2960370"/>
            <a:ext cx="928401" cy="9229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080ED31D-EABB-45C7-8359-563FF27C498C}"/>
              </a:ext>
            </a:extLst>
          </p:cNvPr>
          <p:cNvSpPr>
            <a:spLocks noGrp="1"/>
          </p:cNvSpPr>
          <p:nvPr/>
        </p:nvSpPr>
        <p:spPr>
          <a:xfrm>
            <a:off x="9415558" y="3449002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32B4922E-79FA-4858-82B8-871999BBFF0B}"/>
              </a:ext>
            </a:extLst>
          </p:cNvPr>
          <p:cNvSpPr>
            <a:spLocks noGrp="1"/>
          </p:cNvSpPr>
          <p:nvPr/>
        </p:nvSpPr>
        <p:spPr>
          <a:xfrm>
            <a:off x="9420987" y="3459861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29" name="Прямая со стрелкой 128"/>
          <p:cNvCxnSpPr>
            <a:stCxn id="31" idx="3"/>
            <a:endCxn id="35" idx="1"/>
          </p:cNvCxnSpPr>
          <p:nvPr/>
        </p:nvCxnSpPr>
        <p:spPr>
          <a:xfrm flipV="1">
            <a:off x="9002935" y="2716054"/>
            <a:ext cx="2122836" cy="244316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4676491B-C774-459A-A416-61638BD1FC64}"/>
              </a:ext>
            </a:extLst>
          </p:cNvPr>
          <p:cNvSpPr>
            <a:spLocks noGrp="1"/>
          </p:cNvSpPr>
          <p:nvPr/>
        </p:nvSpPr>
        <p:spPr>
          <a:xfrm>
            <a:off x="10012775" y="2716054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72990CB9-5D09-4BBC-AB4E-69168EA09971}"/>
              </a:ext>
            </a:extLst>
          </p:cNvPr>
          <p:cNvSpPr>
            <a:spLocks noGrp="1"/>
          </p:cNvSpPr>
          <p:nvPr/>
        </p:nvSpPr>
        <p:spPr>
          <a:xfrm>
            <a:off x="10018205" y="2726912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32" name="Прямая со стрелкой 131"/>
          <p:cNvCxnSpPr>
            <a:stCxn id="33" idx="0"/>
            <a:endCxn id="35" idx="1"/>
          </p:cNvCxnSpPr>
          <p:nvPr/>
        </p:nvCxnSpPr>
        <p:spPr>
          <a:xfrm flipV="1">
            <a:off x="10077926" y="2716054"/>
            <a:ext cx="1047845" cy="1020699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5" name="Прямоугольник: скругленные углы 64">
            <a:extLst>
              <a:ext uri="{FF2B5EF4-FFF2-40B4-BE49-F238E27FC236}">
                <a16:creationId xmlns:a16="http://schemas.microsoft.com/office/drawing/2014/main" id="{4205C498-CD21-4F56-8DF7-B26723B99BFB}"/>
              </a:ext>
            </a:extLst>
          </p:cNvPr>
          <p:cNvSpPr>
            <a:spLocks noGrp="1"/>
          </p:cNvSpPr>
          <p:nvPr/>
        </p:nvSpPr>
        <p:spPr>
          <a:xfrm>
            <a:off x="10609993" y="331327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95BFFC24-D815-4D1B-9906-5CB6C6027133}"/>
              </a:ext>
            </a:extLst>
          </p:cNvPr>
          <p:cNvSpPr>
            <a:spLocks noGrp="1"/>
          </p:cNvSpPr>
          <p:nvPr/>
        </p:nvSpPr>
        <p:spPr>
          <a:xfrm>
            <a:off x="10615422" y="332413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B1B918E-4963-44DE-AF9D-B6CAD665105E}"/>
              </a:ext>
            </a:extLst>
          </p:cNvPr>
          <p:cNvSpPr>
            <a:spLocks noGrp="1"/>
          </p:cNvSpPr>
          <p:nvPr/>
        </p:nvSpPr>
        <p:spPr>
          <a:xfrm>
            <a:off x="5886450" y="537210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27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Start = S    Goal = G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54910A7E-9752-4190-A433-AF7CFA65F214}"/>
              </a:ext>
            </a:extLst>
          </p:cNvPr>
          <p:cNvSpPr>
            <a:spLocks noGrp="1"/>
          </p:cNvSpPr>
          <p:nvPr/>
        </p:nvSpPr>
        <p:spPr>
          <a:xfrm>
            <a:off x="5886450" y="56959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Әдіс негізі: [1], [3]</a:t>
            </a:r>
          </a:p>
        </p:txBody>
      </p:sp>
    </p:spTree>
    <p:extLst>
      <p:ext uri="{BB962C8B-B14F-4D97-AF65-F5344CB8AC3E}">
        <p14:creationId xmlns:p14="http://schemas.microsoft.com/office/powerpoint/2010/main" val="1002354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9F4789B9-BC31-4D7F-BE78-DC9DA71BA8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4C2E5C2-DAE6-4195-94BC-39307346FA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9E37AE7-0068-4ED9-BE69-30B92EC3FCC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68DC28-E402-42CF-A70E-FCB9120D5FE6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BFS қозғалысы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D7C1D7-F033-4CB2-B802-52555AAAAF93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190500" cy="1905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B29D9C5-CF23-4714-BA37-61E8EF97B1D8}"/>
              </a:ext>
            </a:extLst>
          </p:cNvPr>
          <p:cNvSpPr>
            <a:spLocks noGrp="1"/>
          </p:cNvSpPr>
          <p:nvPr/>
        </p:nvSpPr>
        <p:spPr>
          <a:xfrm>
            <a:off x="11296650" y="228600"/>
            <a:ext cx="190500" cy="1905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DCF9000-4E53-482A-B9E9-C121F6B4E3EC}"/>
              </a:ext>
            </a:extLst>
          </p:cNvPr>
          <p:cNvSpPr>
            <a:spLocks noGrp="1"/>
          </p:cNvSpPr>
          <p:nvPr/>
        </p:nvSpPr>
        <p:spPr>
          <a:xfrm>
            <a:off x="11544300" y="228600"/>
            <a:ext cx="190500" cy="1905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36E6BEF-2373-432B-ACDA-568A1CB8AFD1}"/>
              </a:ext>
            </a:extLst>
          </p:cNvPr>
          <p:cNvSpPr>
            <a:spLocks noGrp="1"/>
          </p:cNvSpPr>
          <p:nvPr/>
        </p:nvSpPr>
        <p:spPr>
          <a:xfrm>
            <a:off x="11296650" y="476250"/>
            <a:ext cx="190500" cy="1905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09F0B2-2C61-403F-AEE3-1FDF39F9F3E6}"/>
              </a:ext>
            </a:extLst>
          </p:cNvPr>
          <p:cNvSpPr>
            <a:spLocks noGrp="1"/>
          </p:cNvSpPr>
          <p:nvPr/>
        </p:nvSpPr>
        <p:spPr>
          <a:xfrm>
            <a:off x="11544300" y="476250"/>
            <a:ext cx="190500" cy="1905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74329A75-C97E-4A48-B22B-996660829DD1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241F576-A124-4027-91A6-AD901AB4097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2D4FE9D-CA03-43BF-9E3F-35167E3D0C8E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7BEABB-1A80-4C99-A48B-8D12B8646F03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666875" cy="285750"/>
          </a:xfrm>
          <a:prstGeom prst="roundRect">
            <a:avLst>
              <a:gd name="adj" fmla="val 6667"/>
            </a:avLst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1DA732E-B950-4ACE-880B-DE4E88DBA78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5144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BFS • КАДР 1/2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603CC57-BFA1-4141-B8A8-4B0AF115BCBC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Деңгейлер: S | A, B | C, D, E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53D75F1-D211-4752-AD53-4815721A19DD}"/>
              </a:ext>
            </a:extLst>
          </p:cNvPr>
          <p:cNvSpPr>
            <a:spLocks noGrp="1"/>
          </p:cNvSpPr>
          <p:nvPr/>
        </p:nvSpPr>
        <p:spPr>
          <a:xfrm>
            <a:off x="1199579" y="3741801"/>
            <a:ext cx="401193" cy="401193"/>
          </a:xfrm>
          <a:prstGeom prst="rect">
            <a:avLst/>
          </a:prstGeom>
          <a:solidFill>
            <a:srgbClr val="5A361D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E1F1A7D-8EDF-4788-B075-739481F9469F}"/>
              </a:ext>
            </a:extLst>
          </p:cNvPr>
          <p:cNvSpPr>
            <a:spLocks noGrp="1"/>
          </p:cNvSpPr>
          <p:nvPr/>
        </p:nvSpPr>
        <p:spPr>
          <a:xfrm>
            <a:off x="1199579" y="377151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5001866-D6CB-4C9A-BF0C-4D6985F1A24F}"/>
              </a:ext>
            </a:extLst>
          </p:cNvPr>
          <p:cNvSpPr>
            <a:spLocks noGrp="1"/>
          </p:cNvSpPr>
          <p:nvPr/>
        </p:nvSpPr>
        <p:spPr>
          <a:xfrm>
            <a:off x="2871216" y="2293049"/>
            <a:ext cx="401193" cy="401193"/>
          </a:xfrm>
          <a:prstGeom prst="rect">
            <a:avLst/>
          </a:prstGeom>
          <a:solidFill>
            <a:srgbClr val="5A361D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FD5D83D-7EBC-4B68-9CEC-74EE970449C2}"/>
              </a:ext>
            </a:extLst>
          </p:cNvPr>
          <p:cNvSpPr>
            <a:spLocks noGrp="1"/>
          </p:cNvSpPr>
          <p:nvPr/>
        </p:nvSpPr>
        <p:spPr>
          <a:xfrm>
            <a:off x="2871216" y="232276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AB0A809-A399-44F3-982F-77A7D0302D52}"/>
              </a:ext>
            </a:extLst>
          </p:cNvPr>
          <p:cNvSpPr>
            <a:spLocks noGrp="1"/>
          </p:cNvSpPr>
          <p:nvPr/>
        </p:nvSpPr>
        <p:spPr>
          <a:xfrm>
            <a:off x="2871216" y="4893374"/>
            <a:ext cx="401193" cy="401193"/>
          </a:xfrm>
          <a:prstGeom prst="rect">
            <a:avLst/>
          </a:prstGeom>
          <a:solidFill>
            <a:srgbClr val="5A361D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8FD939A-9D24-47A9-BCBD-83EAC38C2BF3}"/>
              </a:ext>
            </a:extLst>
          </p:cNvPr>
          <p:cNvSpPr>
            <a:spLocks noGrp="1"/>
          </p:cNvSpPr>
          <p:nvPr/>
        </p:nvSpPr>
        <p:spPr>
          <a:xfrm>
            <a:off x="2871216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9F55715-0BED-4C90-82F7-C6604085A3DC}"/>
              </a:ext>
            </a:extLst>
          </p:cNvPr>
          <p:cNvSpPr>
            <a:spLocks noGrp="1"/>
          </p:cNvSpPr>
          <p:nvPr/>
        </p:nvSpPr>
        <p:spPr>
          <a:xfrm>
            <a:off x="4840034" y="1995869"/>
            <a:ext cx="401193" cy="401193"/>
          </a:xfrm>
          <a:prstGeom prst="rect">
            <a:avLst/>
          </a:prstGeom>
          <a:solidFill>
            <a:srgbClr val="5A361D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622E5A1-D32C-4647-B3D0-8C2BDBF75C24}"/>
              </a:ext>
            </a:extLst>
          </p:cNvPr>
          <p:cNvSpPr>
            <a:spLocks noGrp="1"/>
          </p:cNvSpPr>
          <p:nvPr/>
        </p:nvSpPr>
        <p:spPr>
          <a:xfrm>
            <a:off x="4840034" y="202558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E797FA9-E33F-4CB6-AAA0-292406F50E59}"/>
              </a:ext>
            </a:extLst>
          </p:cNvPr>
          <p:cNvSpPr>
            <a:spLocks noGrp="1"/>
          </p:cNvSpPr>
          <p:nvPr/>
        </p:nvSpPr>
        <p:spPr>
          <a:xfrm>
            <a:off x="4840034" y="3630359"/>
            <a:ext cx="401193" cy="401193"/>
          </a:xfrm>
          <a:prstGeom prst="rect">
            <a:avLst/>
          </a:prstGeom>
          <a:solidFill>
            <a:srgbClr val="5A361D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86C27AE-B11B-4D1F-A33E-6C5DB122023D}"/>
              </a:ext>
            </a:extLst>
          </p:cNvPr>
          <p:cNvSpPr>
            <a:spLocks noGrp="1"/>
          </p:cNvSpPr>
          <p:nvPr/>
        </p:nvSpPr>
        <p:spPr>
          <a:xfrm>
            <a:off x="4840034" y="366007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7E21A87-8F20-4994-AF7D-B5AF6B08F286}"/>
              </a:ext>
            </a:extLst>
          </p:cNvPr>
          <p:cNvSpPr>
            <a:spLocks noGrp="1"/>
          </p:cNvSpPr>
          <p:nvPr/>
        </p:nvSpPr>
        <p:spPr>
          <a:xfrm>
            <a:off x="6511671" y="4893374"/>
            <a:ext cx="401193" cy="401193"/>
          </a:xfrm>
          <a:prstGeom prst="rect">
            <a:avLst/>
          </a:prstGeom>
          <a:solidFill>
            <a:srgbClr val="0E4D65"/>
          </a:solidFill>
          <a:ln w="9525">
            <a:solidFill>
              <a:srgbClr val="69E3F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4D765D1-A65E-4AFA-9863-26BF9E58DB34}"/>
              </a:ext>
            </a:extLst>
          </p:cNvPr>
          <p:cNvSpPr>
            <a:spLocks noGrp="1"/>
          </p:cNvSpPr>
          <p:nvPr/>
        </p:nvSpPr>
        <p:spPr>
          <a:xfrm>
            <a:off x="6511671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A686785-66FD-45ED-AE88-3A545A7E72B4}"/>
              </a:ext>
            </a:extLst>
          </p:cNvPr>
          <p:cNvSpPr>
            <a:spLocks noGrp="1"/>
          </p:cNvSpPr>
          <p:nvPr/>
        </p:nvSpPr>
        <p:spPr>
          <a:xfrm>
            <a:off x="8146161" y="3296031"/>
            <a:ext cx="401193" cy="401193"/>
          </a:xfrm>
          <a:prstGeom prst="rect">
            <a:avLst/>
          </a:prstGeom>
          <a:solidFill>
            <a:srgbClr val="314B12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7A2BF57-8EE9-48E0-A38C-948A3BA3471D}"/>
              </a:ext>
            </a:extLst>
          </p:cNvPr>
          <p:cNvSpPr>
            <a:spLocks noGrp="1"/>
          </p:cNvSpPr>
          <p:nvPr/>
        </p:nvSpPr>
        <p:spPr>
          <a:xfrm>
            <a:off x="8146161" y="332574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cxnSp>
        <p:nvCxnSpPr>
          <p:cNvPr id="107" name="Прямая со стрелкой 106"/>
          <p:cNvCxnSpPr>
            <a:stCxn id="16" idx="3"/>
            <a:endCxn id="18" idx="1"/>
          </p:cNvCxnSpPr>
          <p:nvPr/>
        </p:nvCxnSpPr>
        <p:spPr>
          <a:xfrm flipV="1">
            <a:off x="1600772" y="2493646"/>
            <a:ext cx="1270444" cy="144875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11731429-E30B-411E-BA11-95E043FF8B1E}"/>
              </a:ext>
            </a:extLst>
          </p:cNvPr>
          <p:cNvSpPr>
            <a:spLocks noGrp="1"/>
          </p:cNvSpPr>
          <p:nvPr/>
        </p:nvSpPr>
        <p:spPr>
          <a:xfrm>
            <a:off x="2165414" y="3028569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691EB82-43BB-4972-AD69-3E7FD112490A}"/>
              </a:ext>
            </a:extLst>
          </p:cNvPr>
          <p:cNvSpPr>
            <a:spLocks noGrp="1"/>
          </p:cNvSpPr>
          <p:nvPr/>
        </p:nvSpPr>
        <p:spPr>
          <a:xfrm>
            <a:off x="2172843" y="3043428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0" name="Прямая со стрелкой 109"/>
          <p:cNvCxnSpPr>
            <a:stCxn id="16" idx="3"/>
            <a:endCxn id="20" idx="1"/>
          </p:cNvCxnSpPr>
          <p:nvPr/>
        </p:nvCxnSpPr>
        <p:spPr>
          <a:xfrm>
            <a:off x="1600772" y="3942398"/>
            <a:ext cx="1270444" cy="11515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38A79927-59F1-4505-843F-84280A836865}"/>
              </a:ext>
            </a:extLst>
          </p:cNvPr>
          <p:cNvSpPr>
            <a:spLocks noGrp="1"/>
          </p:cNvSpPr>
          <p:nvPr/>
        </p:nvSpPr>
        <p:spPr>
          <a:xfrm>
            <a:off x="2165414" y="461105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AEA0A28-7A7E-4A98-83E5-F7F13E6560ED}"/>
              </a:ext>
            </a:extLst>
          </p:cNvPr>
          <p:cNvSpPr>
            <a:spLocks noGrp="1"/>
          </p:cNvSpPr>
          <p:nvPr/>
        </p:nvSpPr>
        <p:spPr>
          <a:xfrm>
            <a:off x="2172843" y="462591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13" name="Прямая со стрелкой 112"/>
          <p:cNvCxnSpPr>
            <a:stCxn id="18" idx="3"/>
            <a:endCxn id="22" idx="1"/>
          </p:cNvCxnSpPr>
          <p:nvPr/>
        </p:nvCxnSpPr>
        <p:spPr>
          <a:xfrm flipV="1">
            <a:off x="3272409" y="2196466"/>
            <a:ext cx="1567625" cy="29718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0CFC1838-B643-45C9-86AC-1976A8B75D91}"/>
              </a:ext>
            </a:extLst>
          </p:cNvPr>
          <p:cNvSpPr>
            <a:spLocks noGrp="1"/>
          </p:cNvSpPr>
          <p:nvPr/>
        </p:nvSpPr>
        <p:spPr>
          <a:xfrm>
            <a:off x="3948494" y="2211324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5DB06D0-634C-493D-A1F4-503940683295}"/>
              </a:ext>
            </a:extLst>
          </p:cNvPr>
          <p:cNvSpPr>
            <a:spLocks noGrp="1"/>
          </p:cNvSpPr>
          <p:nvPr/>
        </p:nvSpPr>
        <p:spPr>
          <a:xfrm>
            <a:off x="3955923" y="2226183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6" name="Прямая со стрелкой 115"/>
          <p:cNvCxnSpPr>
            <a:stCxn id="18" idx="3"/>
            <a:endCxn id="24" idx="1"/>
          </p:cNvCxnSpPr>
          <p:nvPr/>
        </p:nvCxnSpPr>
        <p:spPr>
          <a:xfrm>
            <a:off x="3272409" y="2493646"/>
            <a:ext cx="1567625" cy="133731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4587F716-3820-46A4-A0E4-B3230A06CACF}"/>
              </a:ext>
            </a:extLst>
          </p:cNvPr>
          <p:cNvSpPr>
            <a:spLocks noGrp="1"/>
          </p:cNvSpPr>
          <p:nvPr/>
        </p:nvSpPr>
        <p:spPr>
          <a:xfrm>
            <a:off x="3948494" y="3088005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3D67DFF6-E676-4715-86FA-EA706369BC53}"/>
              </a:ext>
            </a:extLst>
          </p:cNvPr>
          <p:cNvSpPr>
            <a:spLocks noGrp="1"/>
          </p:cNvSpPr>
          <p:nvPr/>
        </p:nvSpPr>
        <p:spPr>
          <a:xfrm>
            <a:off x="3955923" y="3102864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19" name="Прямая со стрелкой 118"/>
          <p:cNvCxnSpPr>
            <a:stCxn id="20" idx="3"/>
            <a:endCxn id="24" idx="1"/>
          </p:cNvCxnSpPr>
          <p:nvPr/>
        </p:nvCxnSpPr>
        <p:spPr>
          <a:xfrm flipV="1">
            <a:off x="3272409" y="3830956"/>
            <a:ext cx="1567625" cy="126301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8EBC475F-1ECD-41E6-A73D-0C1283BC10FC}"/>
              </a:ext>
            </a:extLst>
          </p:cNvPr>
          <p:cNvSpPr>
            <a:spLocks noGrp="1"/>
          </p:cNvSpPr>
          <p:nvPr/>
        </p:nvSpPr>
        <p:spPr>
          <a:xfrm>
            <a:off x="3948494" y="446246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4843501-15F8-4FBE-A858-FB9D380A2F2D}"/>
              </a:ext>
            </a:extLst>
          </p:cNvPr>
          <p:cNvSpPr>
            <a:spLocks noGrp="1"/>
          </p:cNvSpPr>
          <p:nvPr/>
        </p:nvSpPr>
        <p:spPr>
          <a:xfrm>
            <a:off x="3955923" y="447732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2" name="Прямая со стрелкой 121"/>
          <p:cNvCxnSpPr>
            <a:stCxn id="20" idx="3"/>
            <a:endCxn id="26" idx="1"/>
          </p:cNvCxnSpPr>
          <p:nvPr/>
        </p:nvCxnSpPr>
        <p:spPr>
          <a:xfrm>
            <a:off x="3272409" y="5093971"/>
            <a:ext cx="323926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120DAA8-C32B-4508-8D4C-5FB416811818}"/>
              </a:ext>
            </a:extLst>
          </p:cNvPr>
          <p:cNvSpPr>
            <a:spLocks noGrp="1"/>
          </p:cNvSpPr>
          <p:nvPr/>
        </p:nvSpPr>
        <p:spPr>
          <a:xfrm>
            <a:off x="4840034" y="509397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173C56B5-3D66-4CF0-A409-8AB351AA8FAC}"/>
              </a:ext>
            </a:extLst>
          </p:cNvPr>
          <p:cNvSpPr>
            <a:spLocks noGrp="1"/>
          </p:cNvSpPr>
          <p:nvPr/>
        </p:nvSpPr>
        <p:spPr>
          <a:xfrm>
            <a:off x="4847463" y="510882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25" name="Прямая со стрелкой 124"/>
          <p:cNvCxnSpPr>
            <a:stCxn id="22" idx="3"/>
            <a:endCxn id="28" idx="1"/>
          </p:cNvCxnSpPr>
          <p:nvPr/>
        </p:nvCxnSpPr>
        <p:spPr>
          <a:xfrm>
            <a:off x="5241227" y="2196466"/>
            <a:ext cx="2904934" cy="130016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4614671B-7FAC-405A-86A1-12DFDEF9BF01}"/>
              </a:ext>
            </a:extLst>
          </p:cNvPr>
          <p:cNvSpPr>
            <a:spLocks noGrp="1"/>
          </p:cNvSpPr>
          <p:nvPr/>
        </p:nvSpPr>
        <p:spPr>
          <a:xfrm>
            <a:off x="6548819" y="253079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9D90D1C2-9DF4-4A28-9244-FFBE09C229F4}"/>
              </a:ext>
            </a:extLst>
          </p:cNvPr>
          <p:cNvSpPr>
            <a:spLocks noGrp="1"/>
          </p:cNvSpPr>
          <p:nvPr/>
        </p:nvSpPr>
        <p:spPr>
          <a:xfrm>
            <a:off x="6556248" y="254565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28" name="Прямая со стрелкой 127"/>
          <p:cNvCxnSpPr>
            <a:stCxn id="24" idx="3"/>
            <a:endCxn id="26" idx="1"/>
          </p:cNvCxnSpPr>
          <p:nvPr/>
        </p:nvCxnSpPr>
        <p:spPr>
          <a:xfrm>
            <a:off x="5241227" y="3830956"/>
            <a:ext cx="1270444" cy="126301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190A37DC-5B0D-40AB-B6E4-49036CC4E112}"/>
              </a:ext>
            </a:extLst>
          </p:cNvPr>
          <p:cNvSpPr>
            <a:spLocks noGrp="1"/>
          </p:cNvSpPr>
          <p:nvPr/>
        </p:nvSpPr>
        <p:spPr>
          <a:xfrm>
            <a:off x="5805869" y="449961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5A6711F0-7C43-4F93-8080-D9D700E22828}"/>
              </a:ext>
            </a:extLst>
          </p:cNvPr>
          <p:cNvSpPr>
            <a:spLocks noGrp="1"/>
          </p:cNvSpPr>
          <p:nvPr/>
        </p:nvSpPr>
        <p:spPr>
          <a:xfrm>
            <a:off x="5813298" y="451446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31" name="Прямая со стрелкой 130"/>
          <p:cNvCxnSpPr>
            <a:stCxn id="24" idx="3"/>
            <a:endCxn id="28" idx="1"/>
          </p:cNvCxnSpPr>
          <p:nvPr/>
        </p:nvCxnSpPr>
        <p:spPr>
          <a:xfrm flipV="1">
            <a:off x="5241227" y="3496628"/>
            <a:ext cx="2904934" cy="334328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89CA54D0-36CE-48BD-850A-303FBA9A67A1}"/>
              </a:ext>
            </a:extLst>
          </p:cNvPr>
          <p:cNvSpPr>
            <a:spLocks noGrp="1"/>
          </p:cNvSpPr>
          <p:nvPr/>
        </p:nvSpPr>
        <p:spPr>
          <a:xfrm>
            <a:off x="6623114" y="3496627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19BCACE8-B3EF-4228-9C3E-CB62FC130323}"/>
              </a:ext>
            </a:extLst>
          </p:cNvPr>
          <p:cNvSpPr>
            <a:spLocks noGrp="1"/>
          </p:cNvSpPr>
          <p:nvPr/>
        </p:nvSpPr>
        <p:spPr>
          <a:xfrm>
            <a:off x="6630543" y="3511486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34" name="Прямая со стрелкой 133"/>
          <p:cNvCxnSpPr>
            <a:stCxn id="26" idx="3"/>
            <a:endCxn id="28" idx="2"/>
          </p:cNvCxnSpPr>
          <p:nvPr/>
        </p:nvCxnSpPr>
        <p:spPr>
          <a:xfrm flipV="1">
            <a:off x="6912864" y="3697224"/>
            <a:ext cx="1433893" cy="1396747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E3993304-4460-46E4-A43E-55583EF3321D}"/>
              </a:ext>
            </a:extLst>
          </p:cNvPr>
          <p:cNvSpPr>
            <a:spLocks noGrp="1"/>
          </p:cNvSpPr>
          <p:nvPr/>
        </p:nvSpPr>
        <p:spPr>
          <a:xfrm>
            <a:off x="7440359" y="431387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A61B95F8-3D74-49A9-8364-1EB3440F6675}"/>
              </a:ext>
            </a:extLst>
          </p:cNvPr>
          <p:cNvSpPr>
            <a:spLocks noGrp="1"/>
          </p:cNvSpPr>
          <p:nvPr/>
        </p:nvSpPr>
        <p:spPr>
          <a:xfrm>
            <a:off x="7447788" y="432873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B359161D-072A-41F0-973B-E82D01C12A79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762250" cy="3143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ABA64574-FAED-4BA6-8EED-718A9D0FC68E}"/>
              </a:ext>
            </a:extLst>
          </p:cNvPr>
          <p:cNvSpPr>
            <a:spLocks noGrp="1"/>
          </p:cNvSpPr>
          <p:nvPr/>
        </p:nvSpPr>
        <p:spPr>
          <a:xfrm>
            <a:off x="9096375" y="22479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12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КЕЗЕКТЕГІ ТҮЙІН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403A79F3-D509-4488-95E3-005CA26139AD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3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DB83DB4A-EF27-494F-82AD-04BEFDBFF1D7}"/>
              </a:ext>
            </a:extLst>
          </p:cNvPr>
          <p:cNvSpPr>
            <a:spLocks noGrp="1"/>
          </p:cNvSpPr>
          <p:nvPr/>
        </p:nvSpPr>
        <p:spPr>
          <a:xfrm>
            <a:off x="9096375" y="3343275"/>
            <a:ext cx="22860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DB23DF62-3AC1-4E82-B969-4846CA31D71A}"/>
              </a:ext>
            </a:extLst>
          </p:cNvPr>
          <p:cNvSpPr>
            <a:spLocks noGrp="1"/>
          </p:cNvSpPr>
          <p:nvPr/>
        </p:nvSpPr>
        <p:spPr>
          <a:xfrm>
            <a:off x="9096375" y="3571875"/>
            <a:ext cx="22860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BFS C, D, E-ні Goal-дан бұрын бір деңгейде қарайды.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47131C77-3530-42E5-ACDC-BE9208366068}"/>
              </a:ext>
            </a:extLst>
          </p:cNvPr>
          <p:cNvSpPr>
            <a:spLocks noGrp="1"/>
          </p:cNvSpPr>
          <p:nvPr/>
        </p:nvSpPr>
        <p:spPr>
          <a:xfrm>
            <a:off x="533400" y="5553075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Өту реті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38084E35-37AC-49C3-BF46-E907FDD1A094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09DC40FD-28E7-4E58-B42E-FD1E25EF12C4}"/>
              </a:ext>
            </a:extLst>
          </p:cNvPr>
          <p:cNvSpPr>
            <a:spLocks noGrp="1"/>
          </p:cNvSpPr>
          <p:nvPr/>
        </p:nvSpPr>
        <p:spPr>
          <a:xfrm>
            <a:off x="5334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004BED45-7C83-4D39-B627-931E1078E954}"/>
              </a:ext>
            </a:extLst>
          </p:cNvPr>
          <p:cNvSpPr>
            <a:spLocks noGrp="1"/>
          </p:cNvSpPr>
          <p:nvPr/>
        </p:nvSpPr>
        <p:spPr>
          <a:xfrm>
            <a:off x="13525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C240D6C0-A207-4B06-8B05-2FC414D57EBF}"/>
              </a:ext>
            </a:extLst>
          </p:cNvPr>
          <p:cNvSpPr>
            <a:spLocks noGrp="1"/>
          </p:cNvSpPr>
          <p:nvPr/>
        </p:nvSpPr>
        <p:spPr>
          <a:xfrm>
            <a:off x="13525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2FB75DE0-F1AB-4676-BEC6-00FAECA7497A}"/>
              </a:ext>
            </a:extLst>
          </p:cNvPr>
          <p:cNvSpPr>
            <a:spLocks noGrp="1"/>
          </p:cNvSpPr>
          <p:nvPr/>
        </p:nvSpPr>
        <p:spPr>
          <a:xfrm>
            <a:off x="21717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C9B6BBB5-7C8B-4FC4-AACA-4AB1314887E4}"/>
              </a:ext>
            </a:extLst>
          </p:cNvPr>
          <p:cNvSpPr>
            <a:spLocks noGrp="1"/>
          </p:cNvSpPr>
          <p:nvPr/>
        </p:nvSpPr>
        <p:spPr>
          <a:xfrm>
            <a:off x="21717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55272149-BE74-4EB4-84D8-BA6A359D3D1E}"/>
              </a:ext>
            </a:extLst>
          </p:cNvPr>
          <p:cNvSpPr>
            <a:spLocks noGrp="1"/>
          </p:cNvSpPr>
          <p:nvPr/>
        </p:nvSpPr>
        <p:spPr>
          <a:xfrm>
            <a:off x="29908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C3695783-D2E2-4AEB-A8CF-B4D04427E171}"/>
              </a:ext>
            </a:extLst>
          </p:cNvPr>
          <p:cNvSpPr>
            <a:spLocks noGrp="1"/>
          </p:cNvSpPr>
          <p:nvPr/>
        </p:nvSpPr>
        <p:spPr>
          <a:xfrm>
            <a:off x="29908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21CEE15B-1CD2-4B92-BED5-4C9D5F828795}"/>
              </a:ext>
            </a:extLst>
          </p:cNvPr>
          <p:cNvSpPr>
            <a:spLocks noGrp="1"/>
          </p:cNvSpPr>
          <p:nvPr/>
        </p:nvSpPr>
        <p:spPr>
          <a:xfrm>
            <a:off x="38100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F196BC59-F12B-4BE0-84A3-458B8C2C0573}"/>
              </a:ext>
            </a:extLst>
          </p:cNvPr>
          <p:cNvSpPr>
            <a:spLocks noGrp="1"/>
          </p:cNvSpPr>
          <p:nvPr/>
        </p:nvSpPr>
        <p:spPr>
          <a:xfrm>
            <a:off x="38100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FFB5BDFA-EFB9-4C62-A9F5-6E92A77775CA}"/>
              </a:ext>
            </a:extLst>
          </p:cNvPr>
          <p:cNvSpPr>
            <a:spLocks noGrp="1"/>
          </p:cNvSpPr>
          <p:nvPr/>
        </p:nvSpPr>
        <p:spPr>
          <a:xfrm>
            <a:off x="4629150" y="5810250"/>
            <a:ext cx="742950" cy="361950"/>
          </a:xfrm>
          <a:prstGeom prst="rect">
            <a:avLst/>
          </a:prstGeom>
          <a:solidFill>
            <a:srgbClr val="48BFE3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407A4E5A-96A4-4C8F-B13E-B7E8D16963A8}"/>
              </a:ext>
            </a:extLst>
          </p:cNvPr>
          <p:cNvSpPr>
            <a:spLocks noGrp="1"/>
          </p:cNvSpPr>
          <p:nvPr/>
        </p:nvSpPr>
        <p:spPr>
          <a:xfrm>
            <a:off x="46291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18687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ADF5F73A-14B2-4EEF-9952-438F06641E8B}"/>
              </a:ext>
            </a:extLst>
          </p:cNvPr>
          <p:cNvSpPr>
            <a:spLocks noGrp="1"/>
          </p:cNvSpPr>
          <p:nvPr/>
        </p:nvSpPr>
        <p:spPr>
          <a:xfrm>
            <a:off x="5715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8D76C8-BCB4-42E3-AA88-69123E72A1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6AF062-D440-4500-98D6-0A1E963F03CD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B3D0C9-D656-44F2-B0F2-6B3538B49908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BFS нәтижесі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9D9C9D-9713-4E17-A417-545FC51F782A}"/>
              </a:ext>
            </a:extLst>
          </p:cNvPr>
          <p:cNvSpPr>
            <a:spLocks noGrp="1"/>
          </p:cNvSpPr>
          <p:nvPr/>
        </p:nvSpPr>
        <p:spPr>
          <a:xfrm>
            <a:off x="400050" y="603885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EF78F24-6D91-4530-8FAA-BD55F414C42B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C998E4D-61A6-428B-BCBB-46CB533D6F29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4747F07-3854-4ED0-80A0-D9D71ECBA75D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B8F9C21-EBD0-4B4A-B7FA-DEF4EEEC3B35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DFDC32-1F2E-4A8A-AC78-19E517F9D82C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C5CA4B3-9E5C-4039-AF8B-E50545A756DC}"/>
              </a:ext>
            </a:extLst>
          </p:cNvPr>
          <p:cNvSpPr>
            <a:spLocks noGrp="1"/>
          </p:cNvSpPr>
          <p:nvPr/>
        </p:nvSpPr>
        <p:spPr>
          <a:xfrm>
            <a:off x="609600" y="6530338"/>
            <a:ext cx="9163050" cy="1562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2C1FA0B-FB8E-4762-8D9B-B4E010DB3513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E5C3201-9BD2-460B-BDBD-C58260D0A087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666875" cy="285750"/>
          </a:xfrm>
          <a:prstGeom prst="roundRect">
            <a:avLst>
              <a:gd name="adj" fmla="val 6667"/>
            </a:avLst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55775C6-DED3-4D0D-AD8E-9CE520E38FCE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5144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BFS • КАДР 2/2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B8D1342-90E5-4A31-B472-0C9311FE55C5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Ең аз қадам саны: S → A → C → G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BCB8D65-0C1C-4BCB-A156-D779D51FEFA8}"/>
              </a:ext>
            </a:extLst>
          </p:cNvPr>
          <p:cNvSpPr>
            <a:spLocks noGrp="1"/>
          </p:cNvSpPr>
          <p:nvPr/>
        </p:nvSpPr>
        <p:spPr>
          <a:xfrm>
            <a:off x="1199579" y="3741801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B89CD27-0183-4539-926E-DE5C42DBE537}"/>
              </a:ext>
            </a:extLst>
          </p:cNvPr>
          <p:cNvSpPr>
            <a:spLocks noGrp="1"/>
          </p:cNvSpPr>
          <p:nvPr/>
        </p:nvSpPr>
        <p:spPr>
          <a:xfrm>
            <a:off x="1199579" y="377151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762EA4E-550E-4E14-A5BB-9A14D910A4C1}"/>
              </a:ext>
            </a:extLst>
          </p:cNvPr>
          <p:cNvSpPr>
            <a:spLocks noGrp="1"/>
          </p:cNvSpPr>
          <p:nvPr/>
        </p:nvSpPr>
        <p:spPr>
          <a:xfrm>
            <a:off x="2871216" y="2293049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BE60C92-1170-4E7E-8392-0F583E767020}"/>
              </a:ext>
            </a:extLst>
          </p:cNvPr>
          <p:cNvSpPr>
            <a:spLocks noGrp="1"/>
          </p:cNvSpPr>
          <p:nvPr/>
        </p:nvSpPr>
        <p:spPr>
          <a:xfrm>
            <a:off x="2871216" y="232276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F1FDEB7-1415-465F-9D8F-C8408DEA150D}"/>
              </a:ext>
            </a:extLst>
          </p:cNvPr>
          <p:cNvSpPr>
            <a:spLocks noGrp="1"/>
          </p:cNvSpPr>
          <p:nvPr/>
        </p:nvSpPr>
        <p:spPr>
          <a:xfrm>
            <a:off x="2871216" y="4893374"/>
            <a:ext cx="401193" cy="401193"/>
          </a:xfrm>
          <a:prstGeom prst="rect">
            <a:avLst/>
          </a:prstGeom>
          <a:solidFill>
            <a:srgbClr val="5A361D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9ECFED4-E255-45A1-B7C4-0A167FDBEAE7}"/>
              </a:ext>
            </a:extLst>
          </p:cNvPr>
          <p:cNvSpPr>
            <a:spLocks noGrp="1"/>
          </p:cNvSpPr>
          <p:nvPr/>
        </p:nvSpPr>
        <p:spPr>
          <a:xfrm>
            <a:off x="2871216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550398C-AE7F-42BB-A395-BE1EE666DA4B}"/>
              </a:ext>
            </a:extLst>
          </p:cNvPr>
          <p:cNvSpPr>
            <a:spLocks noGrp="1"/>
          </p:cNvSpPr>
          <p:nvPr/>
        </p:nvSpPr>
        <p:spPr>
          <a:xfrm>
            <a:off x="4840034" y="1995869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77A46A3-F770-4177-A21F-9E88D321E02E}"/>
              </a:ext>
            </a:extLst>
          </p:cNvPr>
          <p:cNvSpPr>
            <a:spLocks noGrp="1"/>
          </p:cNvSpPr>
          <p:nvPr/>
        </p:nvSpPr>
        <p:spPr>
          <a:xfrm>
            <a:off x="4840034" y="202558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2ED61C6-B2D6-443A-8FEF-5F75181E9A51}"/>
              </a:ext>
            </a:extLst>
          </p:cNvPr>
          <p:cNvSpPr>
            <a:spLocks noGrp="1"/>
          </p:cNvSpPr>
          <p:nvPr/>
        </p:nvSpPr>
        <p:spPr>
          <a:xfrm>
            <a:off x="4840034" y="3630359"/>
            <a:ext cx="401193" cy="401193"/>
          </a:xfrm>
          <a:prstGeom prst="rect">
            <a:avLst/>
          </a:prstGeom>
          <a:solidFill>
            <a:srgbClr val="5A361D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5D57000-E125-483F-985B-D2866534138D}"/>
              </a:ext>
            </a:extLst>
          </p:cNvPr>
          <p:cNvSpPr>
            <a:spLocks noGrp="1"/>
          </p:cNvSpPr>
          <p:nvPr/>
        </p:nvSpPr>
        <p:spPr>
          <a:xfrm>
            <a:off x="4840034" y="366007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305BA68-87EE-4FEE-B4C7-6599E308BEB1}"/>
              </a:ext>
            </a:extLst>
          </p:cNvPr>
          <p:cNvSpPr>
            <a:spLocks noGrp="1"/>
          </p:cNvSpPr>
          <p:nvPr/>
        </p:nvSpPr>
        <p:spPr>
          <a:xfrm>
            <a:off x="6511671" y="4893374"/>
            <a:ext cx="401193" cy="401193"/>
          </a:xfrm>
          <a:prstGeom prst="rect">
            <a:avLst/>
          </a:prstGeom>
          <a:solidFill>
            <a:srgbClr val="5A361D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38646B0-F8CE-468E-935F-46851C34C5F3}"/>
              </a:ext>
            </a:extLst>
          </p:cNvPr>
          <p:cNvSpPr>
            <a:spLocks noGrp="1"/>
          </p:cNvSpPr>
          <p:nvPr/>
        </p:nvSpPr>
        <p:spPr>
          <a:xfrm>
            <a:off x="6511671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1FB1C45-7AAB-4A2E-908C-1D6F224B944C}"/>
              </a:ext>
            </a:extLst>
          </p:cNvPr>
          <p:cNvSpPr>
            <a:spLocks noGrp="1"/>
          </p:cNvSpPr>
          <p:nvPr/>
        </p:nvSpPr>
        <p:spPr>
          <a:xfrm>
            <a:off x="8146161" y="3296031"/>
            <a:ext cx="401193" cy="401193"/>
          </a:xfrm>
          <a:prstGeom prst="rect">
            <a:avLst/>
          </a:prstGeom>
          <a:solidFill>
            <a:srgbClr val="0E4D65"/>
          </a:solidFill>
          <a:ln w="9525">
            <a:solidFill>
              <a:srgbClr val="69E3F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9E51B0D-B53D-40EF-8213-7064A3EBF014}"/>
              </a:ext>
            </a:extLst>
          </p:cNvPr>
          <p:cNvSpPr>
            <a:spLocks noGrp="1"/>
          </p:cNvSpPr>
          <p:nvPr/>
        </p:nvSpPr>
        <p:spPr>
          <a:xfrm>
            <a:off x="8146161" y="332574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cxnSp>
        <p:nvCxnSpPr>
          <p:cNvPr id="109" name="Прямая со стрелкой 108"/>
          <p:cNvCxnSpPr>
            <a:stCxn id="16" idx="3"/>
            <a:endCxn id="18" idx="1"/>
          </p:cNvCxnSpPr>
          <p:nvPr/>
        </p:nvCxnSpPr>
        <p:spPr>
          <a:xfrm flipV="1">
            <a:off x="1600772" y="2493646"/>
            <a:ext cx="1270444" cy="1448752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87128B54-16D1-4E8D-B663-58BCC1212E3E}"/>
              </a:ext>
            </a:extLst>
          </p:cNvPr>
          <p:cNvSpPr>
            <a:spLocks noGrp="1"/>
          </p:cNvSpPr>
          <p:nvPr/>
        </p:nvSpPr>
        <p:spPr>
          <a:xfrm>
            <a:off x="2165414" y="3028569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8523F7B-9737-42AE-A557-B108C6A76274}"/>
              </a:ext>
            </a:extLst>
          </p:cNvPr>
          <p:cNvSpPr>
            <a:spLocks noGrp="1"/>
          </p:cNvSpPr>
          <p:nvPr/>
        </p:nvSpPr>
        <p:spPr>
          <a:xfrm>
            <a:off x="2172843" y="3043428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2" name="Прямая со стрелкой 111"/>
          <p:cNvCxnSpPr>
            <a:stCxn id="16" idx="3"/>
            <a:endCxn id="20" idx="1"/>
          </p:cNvCxnSpPr>
          <p:nvPr/>
        </p:nvCxnSpPr>
        <p:spPr>
          <a:xfrm>
            <a:off x="1600772" y="3942398"/>
            <a:ext cx="1270444" cy="11515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5452812A-BC8E-4975-9344-ADEDD0885F1D}"/>
              </a:ext>
            </a:extLst>
          </p:cNvPr>
          <p:cNvSpPr>
            <a:spLocks noGrp="1"/>
          </p:cNvSpPr>
          <p:nvPr/>
        </p:nvSpPr>
        <p:spPr>
          <a:xfrm>
            <a:off x="2165414" y="461105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DAF3EA3-2495-4360-B6DC-971CE2FCBACA}"/>
              </a:ext>
            </a:extLst>
          </p:cNvPr>
          <p:cNvSpPr>
            <a:spLocks noGrp="1"/>
          </p:cNvSpPr>
          <p:nvPr/>
        </p:nvSpPr>
        <p:spPr>
          <a:xfrm>
            <a:off x="2172843" y="462591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15" name="Прямая со стрелкой 114"/>
          <p:cNvCxnSpPr>
            <a:stCxn id="18" idx="3"/>
            <a:endCxn id="22" idx="1"/>
          </p:cNvCxnSpPr>
          <p:nvPr/>
        </p:nvCxnSpPr>
        <p:spPr>
          <a:xfrm flipV="1">
            <a:off x="3272409" y="2196466"/>
            <a:ext cx="1567625" cy="297180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BA5B804-487F-4FDF-B4DF-8E5B021B6385}"/>
              </a:ext>
            </a:extLst>
          </p:cNvPr>
          <p:cNvSpPr>
            <a:spLocks noGrp="1"/>
          </p:cNvSpPr>
          <p:nvPr/>
        </p:nvSpPr>
        <p:spPr>
          <a:xfrm>
            <a:off x="3948494" y="2211324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25E4222-939D-40BF-AE25-7F55785B3740}"/>
              </a:ext>
            </a:extLst>
          </p:cNvPr>
          <p:cNvSpPr>
            <a:spLocks noGrp="1"/>
          </p:cNvSpPr>
          <p:nvPr/>
        </p:nvSpPr>
        <p:spPr>
          <a:xfrm>
            <a:off x="3955923" y="2226183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8" name="Прямая со стрелкой 117"/>
          <p:cNvCxnSpPr>
            <a:stCxn id="18" idx="3"/>
            <a:endCxn id="24" idx="1"/>
          </p:cNvCxnSpPr>
          <p:nvPr/>
        </p:nvCxnSpPr>
        <p:spPr>
          <a:xfrm>
            <a:off x="3272409" y="2493646"/>
            <a:ext cx="1567625" cy="133731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D245D35A-CAD1-477A-A4E0-CB426A70E1B4}"/>
              </a:ext>
            </a:extLst>
          </p:cNvPr>
          <p:cNvSpPr>
            <a:spLocks noGrp="1"/>
          </p:cNvSpPr>
          <p:nvPr/>
        </p:nvSpPr>
        <p:spPr>
          <a:xfrm>
            <a:off x="3948494" y="3088005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CAC742B-77AF-49C0-9F22-B37E8D49E917}"/>
              </a:ext>
            </a:extLst>
          </p:cNvPr>
          <p:cNvSpPr>
            <a:spLocks noGrp="1"/>
          </p:cNvSpPr>
          <p:nvPr/>
        </p:nvSpPr>
        <p:spPr>
          <a:xfrm>
            <a:off x="3955923" y="3102864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21" name="Прямая со стрелкой 120"/>
          <p:cNvCxnSpPr>
            <a:stCxn id="20" idx="3"/>
            <a:endCxn id="24" idx="1"/>
          </p:cNvCxnSpPr>
          <p:nvPr/>
        </p:nvCxnSpPr>
        <p:spPr>
          <a:xfrm flipV="1">
            <a:off x="3272409" y="3830956"/>
            <a:ext cx="1567625" cy="126301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EE50817A-8412-44FA-A416-18A6426CB541}"/>
              </a:ext>
            </a:extLst>
          </p:cNvPr>
          <p:cNvSpPr>
            <a:spLocks noGrp="1"/>
          </p:cNvSpPr>
          <p:nvPr/>
        </p:nvSpPr>
        <p:spPr>
          <a:xfrm>
            <a:off x="3948494" y="446246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EA59CC02-7810-4010-8219-759C8A1CDA9F}"/>
              </a:ext>
            </a:extLst>
          </p:cNvPr>
          <p:cNvSpPr>
            <a:spLocks noGrp="1"/>
          </p:cNvSpPr>
          <p:nvPr/>
        </p:nvSpPr>
        <p:spPr>
          <a:xfrm>
            <a:off x="3955923" y="447732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4" name="Прямая со стрелкой 123"/>
          <p:cNvCxnSpPr>
            <a:stCxn id="20" idx="3"/>
            <a:endCxn id="26" idx="1"/>
          </p:cNvCxnSpPr>
          <p:nvPr/>
        </p:nvCxnSpPr>
        <p:spPr>
          <a:xfrm>
            <a:off x="3272409" y="5093971"/>
            <a:ext cx="323926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645961B4-F777-4478-A92A-47940CE63244}"/>
              </a:ext>
            </a:extLst>
          </p:cNvPr>
          <p:cNvSpPr>
            <a:spLocks noGrp="1"/>
          </p:cNvSpPr>
          <p:nvPr/>
        </p:nvSpPr>
        <p:spPr>
          <a:xfrm>
            <a:off x="4840034" y="509397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BBEDC633-8DCB-4C40-BBEB-36CCC333B58E}"/>
              </a:ext>
            </a:extLst>
          </p:cNvPr>
          <p:cNvSpPr>
            <a:spLocks noGrp="1"/>
          </p:cNvSpPr>
          <p:nvPr/>
        </p:nvSpPr>
        <p:spPr>
          <a:xfrm>
            <a:off x="4847463" y="510882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27" name="Прямая со стрелкой 126"/>
          <p:cNvCxnSpPr>
            <a:stCxn id="22" idx="3"/>
            <a:endCxn id="28" idx="1"/>
          </p:cNvCxnSpPr>
          <p:nvPr/>
        </p:nvCxnSpPr>
        <p:spPr>
          <a:xfrm>
            <a:off x="5241227" y="2196466"/>
            <a:ext cx="2904934" cy="1300162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0000BD4A-CB91-4A63-8A07-5B2C70A9A916}"/>
              </a:ext>
            </a:extLst>
          </p:cNvPr>
          <p:cNvSpPr>
            <a:spLocks noGrp="1"/>
          </p:cNvSpPr>
          <p:nvPr/>
        </p:nvSpPr>
        <p:spPr>
          <a:xfrm>
            <a:off x="6548819" y="253079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97DCA2E5-15B1-4CAB-B059-F961C7F13744}"/>
              </a:ext>
            </a:extLst>
          </p:cNvPr>
          <p:cNvSpPr>
            <a:spLocks noGrp="1"/>
          </p:cNvSpPr>
          <p:nvPr/>
        </p:nvSpPr>
        <p:spPr>
          <a:xfrm>
            <a:off x="6556248" y="254565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30" name="Прямая со стрелкой 129"/>
          <p:cNvCxnSpPr>
            <a:stCxn id="24" idx="3"/>
            <a:endCxn id="26" idx="1"/>
          </p:cNvCxnSpPr>
          <p:nvPr/>
        </p:nvCxnSpPr>
        <p:spPr>
          <a:xfrm>
            <a:off x="5241227" y="3830956"/>
            <a:ext cx="1270444" cy="126301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0BAA3BDA-9F19-4012-8359-49ADBF5ADE05}"/>
              </a:ext>
            </a:extLst>
          </p:cNvPr>
          <p:cNvSpPr>
            <a:spLocks noGrp="1"/>
          </p:cNvSpPr>
          <p:nvPr/>
        </p:nvSpPr>
        <p:spPr>
          <a:xfrm>
            <a:off x="5805869" y="449961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556E82FC-DA71-4AA3-BF1A-450B11F4963E}"/>
              </a:ext>
            </a:extLst>
          </p:cNvPr>
          <p:cNvSpPr>
            <a:spLocks noGrp="1"/>
          </p:cNvSpPr>
          <p:nvPr/>
        </p:nvSpPr>
        <p:spPr>
          <a:xfrm>
            <a:off x="5813298" y="451446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33" name="Прямая со стрелкой 132"/>
          <p:cNvCxnSpPr>
            <a:stCxn id="24" idx="3"/>
            <a:endCxn id="28" idx="1"/>
          </p:cNvCxnSpPr>
          <p:nvPr/>
        </p:nvCxnSpPr>
        <p:spPr>
          <a:xfrm flipV="1">
            <a:off x="5241227" y="3496628"/>
            <a:ext cx="2904934" cy="334328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1A4F8A5C-469B-4F1E-A1D9-086C7181B6B7}"/>
              </a:ext>
            </a:extLst>
          </p:cNvPr>
          <p:cNvSpPr>
            <a:spLocks noGrp="1"/>
          </p:cNvSpPr>
          <p:nvPr/>
        </p:nvSpPr>
        <p:spPr>
          <a:xfrm>
            <a:off x="6623114" y="3496627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6FC6BA42-A3B9-4CB2-A343-5F9681326BF7}"/>
              </a:ext>
            </a:extLst>
          </p:cNvPr>
          <p:cNvSpPr>
            <a:spLocks noGrp="1"/>
          </p:cNvSpPr>
          <p:nvPr/>
        </p:nvSpPr>
        <p:spPr>
          <a:xfrm>
            <a:off x="6630543" y="3511486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36" name="Прямая со стрелкой 135"/>
          <p:cNvCxnSpPr>
            <a:stCxn id="26" idx="3"/>
            <a:endCxn id="28" idx="2"/>
          </p:cNvCxnSpPr>
          <p:nvPr/>
        </p:nvCxnSpPr>
        <p:spPr>
          <a:xfrm flipV="1">
            <a:off x="6912864" y="3697224"/>
            <a:ext cx="1433893" cy="1396747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5FF20E5C-B625-4D0B-823F-1D3ED501FDD1}"/>
              </a:ext>
            </a:extLst>
          </p:cNvPr>
          <p:cNvSpPr>
            <a:spLocks noGrp="1"/>
          </p:cNvSpPr>
          <p:nvPr/>
        </p:nvSpPr>
        <p:spPr>
          <a:xfrm>
            <a:off x="7440359" y="431387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1EA26588-2FB2-4F93-AEEE-8F9786C602D3}"/>
              </a:ext>
            </a:extLst>
          </p:cNvPr>
          <p:cNvSpPr>
            <a:spLocks noGrp="1"/>
          </p:cNvSpPr>
          <p:nvPr/>
        </p:nvSpPr>
        <p:spPr>
          <a:xfrm>
            <a:off x="7447788" y="432873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97193D41-FD50-49B9-8150-64A930E2D3BB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762250" cy="3143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FC58D1E1-00F2-45C0-A2D9-A416214E4CA8}"/>
              </a:ext>
            </a:extLst>
          </p:cNvPr>
          <p:cNvSpPr>
            <a:spLocks noGrp="1"/>
          </p:cNvSpPr>
          <p:nvPr/>
        </p:nvSpPr>
        <p:spPr>
          <a:xfrm>
            <a:off x="9096375" y="22479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12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ЖОЛ ҚҰНЫ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E179F62F-7E11-4190-B655-594E2ED83EFE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3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D3BC0ACD-B225-4645-A294-EF08852BFCBA}"/>
              </a:ext>
            </a:extLst>
          </p:cNvPr>
          <p:cNvSpPr>
            <a:spLocks noGrp="1"/>
          </p:cNvSpPr>
          <p:nvPr/>
        </p:nvSpPr>
        <p:spPr>
          <a:xfrm>
            <a:off x="9096375" y="3343275"/>
            <a:ext cx="22860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DDC8E3E3-67A9-4D29-9711-06E4BEEC65F8}"/>
              </a:ext>
            </a:extLst>
          </p:cNvPr>
          <p:cNvSpPr>
            <a:spLocks noGrp="1"/>
          </p:cNvSpPr>
          <p:nvPr/>
        </p:nvSpPr>
        <p:spPr>
          <a:xfrm>
            <a:off x="9096375" y="3571875"/>
            <a:ext cx="22860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3 қабырға. BFS қабырға санын азайтады, құнды ескермейді.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106ABECC-20A3-4844-9BAC-15B010450497}"/>
              </a:ext>
            </a:extLst>
          </p:cNvPr>
          <p:cNvSpPr>
            <a:spLocks noGrp="1"/>
          </p:cNvSpPr>
          <p:nvPr/>
        </p:nvSpPr>
        <p:spPr>
          <a:xfrm>
            <a:off x="533400" y="5553075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Өту реті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324FF418-222E-46E4-99BA-336D3D4B5D02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B3B83B69-C0E1-4500-AEC8-375535257DAA}"/>
              </a:ext>
            </a:extLst>
          </p:cNvPr>
          <p:cNvSpPr>
            <a:spLocks noGrp="1"/>
          </p:cNvSpPr>
          <p:nvPr/>
        </p:nvSpPr>
        <p:spPr>
          <a:xfrm>
            <a:off x="5334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B10DD49F-33A9-4555-9BB5-4082341FFB86}"/>
              </a:ext>
            </a:extLst>
          </p:cNvPr>
          <p:cNvSpPr>
            <a:spLocks noGrp="1"/>
          </p:cNvSpPr>
          <p:nvPr/>
        </p:nvSpPr>
        <p:spPr>
          <a:xfrm>
            <a:off x="13525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08F05497-ECD9-4455-9491-222982451FED}"/>
              </a:ext>
            </a:extLst>
          </p:cNvPr>
          <p:cNvSpPr>
            <a:spLocks noGrp="1"/>
          </p:cNvSpPr>
          <p:nvPr/>
        </p:nvSpPr>
        <p:spPr>
          <a:xfrm>
            <a:off x="13525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62931D06-5298-4A20-BF12-5F13F7FBAF81}"/>
              </a:ext>
            </a:extLst>
          </p:cNvPr>
          <p:cNvSpPr>
            <a:spLocks noGrp="1"/>
          </p:cNvSpPr>
          <p:nvPr/>
        </p:nvSpPr>
        <p:spPr>
          <a:xfrm>
            <a:off x="21717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A906F84B-5ED9-4C3A-87C7-63E44B475231}"/>
              </a:ext>
            </a:extLst>
          </p:cNvPr>
          <p:cNvSpPr>
            <a:spLocks noGrp="1"/>
          </p:cNvSpPr>
          <p:nvPr/>
        </p:nvSpPr>
        <p:spPr>
          <a:xfrm>
            <a:off x="21717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DC6ED71A-8A44-40D3-B425-CAEDECAFE7D8}"/>
              </a:ext>
            </a:extLst>
          </p:cNvPr>
          <p:cNvSpPr>
            <a:spLocks noGrp="1"/>
          </p:cNvSpPr>
          <p:nvPr/>
        </p:nvSpPr>
        <p:spPr>
          <a:xfrm>
            <a:off x="29908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36C524FF-910B-4B15-9C70-A90F517ECC7F}"/>
              </a:ext>
            </a:extLst>
          </p:cNvPr>
          <p:cNvSpPr>
            <a:spLocks noGrp="1"/>
          </p:cNvSpPr>
          <p:nvPr/>
        </p:nvSpPr>
        <p:spPr>
          <a:xfrm>
            <a:off x="29908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EDEAD618-5B9B-4626-B9D7-AC544003202E}"/>
              </a:ext>
            </a:extLst>
          </p:cNvPr>
          <p:cNvSpPr>
            <a:spLocks noGrp="1"/>
          </p:cNvSpPr>
          <p:nvPr/>
        </p:nvSpPr>
        <p:spPr>
          <a:xfrm>
            <a:off x="38100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A4A0681B-7830-4FCD-B24A-4D35E268A718}"/>
              </a:ext>
            </a:extLst>
          </p:cNvPr>
          <p:cNvSpPr>
            <a:spLocks noGrp="1"/>
          </p:cNvSpPr>
          <p:nvPr/>
        </p:nvSpPr>
        <p:spPr>
          <a:xfrm>
            <a:off x="38100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ECD07A2C-31C6-48DB-A8BD-0DEDEFC9029F}"/>
              </a:ext>
            </a:extLst>
          </p:cNvPr>
          <p:cNvSpPr>
            <a:spLocks noGrp="1"/>
          </p:cNvSpPr>
          <p:nvPr/>
        </p:nvSpPr>
        <p:spPr>
          <a:xfrm>
            <a:off x="46291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FB35C072-B080-493F-A458-10875B4269DD}"/>
              </a:ext>
            </a:extLst>
          </p:cNvPr>
          <p:cNvSpPr>
            <a:spLocks noGrp="1"/>
          </p:cNvSpPr>
          <p:nvPr/>
        </p:nvSpPr>
        <p:spPr>
          <a:xfrm>
            <a:off x="46291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5A0E8E73-C4AE-49C0-A4E1-4CC2AB85F6F3}"/>
              </a:ext>
            </a:extLst>
          </p:cNvPr>
          <p:cNvSpPr>
            <a:spLocks noGrp="1"/>
          </p:cNvSpPr>
          <p:nvPr/>
        </p:nvSpPr>
        <p:spPr>
          <a:xfrm>
            <a:off x="5448300" y="5810250"/>
            <a:ext cx="742950" cy="361950"/>
          </a:xfrm>
          <a:prstGeom prst="rect">
            <a:avLst/>
          </a:prstGeom>
          <a:solidFill>
            <a:srgbClr val="48BFE3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84C1BCA5-1907-487E-9BF8-A06DC0C6B6DF}"/>
              </a:ext>
            </a:extLst>
          </p:cNvPr>
          <p:cNvSpPr>
            <a:spLocks noGrp="1"/>
          </p:cNvSpPr>
          <p:nvPr/>
        </p:nvSpPr>
        <p:spPr>
          <a:xfrm>
            <a:off x="54483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935003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EF90317B-0D64-4B50-B193-120A07BA5C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35A0B8E-F36C-4E78-9AA5-074A51E509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403E55-8FE5-44F1-BC6A-CD18A2A512EB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E47A7E-A9C2-4D91-AE6C-39D2E7A8288D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UCS — Uniform Cost Search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797A94-D132-492E-B5A2-78D3E2067870}"/>
              </a:ext>
            </a:extLst>
          </p:cNvPr>
          <p:cNvSpPr>
            <a:spLocks noGrp="1"/>
          </p:cNvSpPr>
          <p:nvPr/>
        </p:nvSpPr>
        <p:spPr>
          <a:xfrm>
            <a:off x="10991850" y="61150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3F487F1-1CA5-433D-92F9-D3B6880905E6}"/>
              </a:ext>
            </a:extLst>
          </p:cNvPr>
          <p:cNvSpPr>
            <a:spLocks noGrp="1"/>
          </p:cNvSpPr>
          <p:nvPr/>
        </p:nvSpPr>
        <p:spPr>
          <a:xfrm>
            <a:off x="11201400" y="611505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2B59755-2C23-4779-9D84-75CF58640067}"/>
              </a:ext>
            </a:extLst>
          </p:cNvPr>
          <p:cNvSpPr>
            <a:spLocks noGrp="1"/>
          </p:cNvSpPr>
          <p:nvPr/>
        </p:nvSpPr>
        <p:spPr>
          <a:xfrm>
            <a:off x="11410950" y="590550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B97FB0-66DC-4DCC-8AAF-889CB8C55D6D}"/>
              </a:ext>
            </a:extLst>
          </p:cNvPr>
          <p:cNvSpPr>
            <a:spLocks noGrp="1"/>
          </p:cNvSpPr>
          <p:nvPr/>
        </p:nvSpPr>
        <p:spPr>
          <a:xfrm>
            <a:off x="11410950" y="61150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A1818BE-D066-4A22-917B-45658264B887}"/>
              </a:ext>
            </a:extLst>
          </p:cNvPr>
          <p:cNvSpPr>
            <a:spLocks noGrp="1"/>
          </p:cNvSpPr>
          <p:nvPr/>
        </p:nvSpPr>
        <p:spPr>
          <a:xfrm>
            <a:off x="11620500" y="59055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A8E73B8-D8EE-4821-B043-05B655CA8A2C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F1BFE57-C2C3-454F-A4A0-51A4C8437747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9345582-82CE-4E3F-A592-A57ACF4D51B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FAA0FD1-BD7D-4447-A05C-1BB622AEC36F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562100" cy="285750"/>
          </a:xfrm>
          <a:prstGeom prst="roundRect">
            <a:avLst>
              <a:gd name="adj" fmla="val 6667"/>
            </a:avLst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1CC2DDE-5419-4D19-808F-1A87727C2646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4097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АЛГОРИТМ 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8F9EEB2-9C8C-45CF-8555-CE5C26B37DD9}"/>
              </a:ext>
            </a:extLst>
          </p:cNvPr>
          <p:cNvSpPr>
            <a:spLocks noGrp="1"/>
          </p:cNvSpPr>
          <p:nvPr/>
        </p:nvSpPr>
        <p:spPr>
          <a:xfrm>
            <a:off x="533400" y="1685925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0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Ең арзан g(n) алдымен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4467AB7-4CFA-48F3-BB5E-7F27AD60DC42}"/>
              </a:ext>
            </a:extLst>
          </p:cNvPr>
          <p:cNvSpPr>
            <a:spLocks noGrp="1"/>
          </p:cNvSpPr>
          <p:nvPr/>
        </p:nvSpPr>
        <p:spPr>
          <a:xfrm>
            <a:off x="533400" y="2295525"/>
            <a:ext cx="47053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Priority queue. Әр қадамда жиналған құны ең аз маршрут кеңейеді.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15D4CC2-6DFF-4D61-B67E-8C6075F126BF}"/>
              </a:ext>
            </a:extLst>
          </p:cNvPr>
          <p:cNvSpPr>
            <a:spLocks noGrp="1"/>
          </p:cNvSpPr>
          <p:nvPr/>
        </p:nvSpPr>
        <p:spPr>
          <a:xfrm>
            <a:off x="533400" y="33147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0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FRONTIER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C0C93D3-76F2-4E7A-BC5F-434B14EF4C31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1">
                <a:solidFill>
                  <a:srgbClr val="FF8C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8C42"/>
                </a:solidFill>
                <a:latin typeface="Arial"/>
                <a:ea typeface="Arial"/>
                <a:cs typeface="Arial"/>
              </a:rPr>
              <a:t>MIN-HEAP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6B0730D-00E2-45A0-AB8D-72472BC00772}"/>
              </a:ext>
            </a:extLst>
          </p:cNvPr>
          <p:cNvSpPr>
            <a:spLocks noGrp="1"/>
          </p:cNvSpPr>
          <p:nvPr/>
        </p:nvSpPr>
        <p:spPr>
          <a:xfrm>
            <a:off x="2743200" y="33147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0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БАСЫМДЫҚ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A067E8E-0F56-41C0-BED0-70BD250777A7}"/>
              </a:ext>
            </a:extLst>
          </p:cNvPr>
          <p:cNvSpPr>
            <a:spLocks noGrp="1"/>
          </p:cNvSpPr>
          <p:nvPr/>
        </p:nvSpPr>
        <p:spPr>
          <a:xfrm>
            <a:off x="2743200" y="35052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1">
                <a:solidFill>
                  <a:srgbClr val="FF8C4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8C42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70922BA-4853-430C-AF8A-D6E68E028E4B}"/>
              </a:ext>
            </a:extLst>
          </p:cNvPr>
          <p:cNvSpPr>
            <a:spLocks noGrp="1"/>
          </p:cNvSpPr>
          <p:nvPr/>
        </p:nvSpPr>
        <p:spPr>
          <a:xfrm>
            <a:off x="533400" y="4162425"/>
            <a:ext cx="4762500" cy="1771650"/>
          </a:xfrm>
          <a:prstGeom prst="rect">
            <a:avLst/>
          </a:prstGeom>
          <a:solidFill>
            <a:srgbClr val="06121D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42F7C37-0F0B-40B0-9895-BC7156A6F8A5}"/>
              </a:ext>
            </a:extLst>
          </p:cNvPr>
          <p:cNvSpPr>
            <a:spLocks noGrp="1"/>
          </p:cNvSpPr>
          <p:nvPr/>
        </p:nvSpPr>
        <p:spPr>
          <a:xfrm>
            <a:off x="704850" y="4324350"/>
            <a:ext cx="44196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push((0, start))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while heap: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g, u = heappop(heap)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if u == goal: break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for v, w in graph[u]: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  ng = g + w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  relax(v, ng)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B1069DE-AF16-4C8F-AE1A-CACB2FC36DDB}"/>
              </a:ext>
            </a:extLst>
          </p:cNvPr>
          <p:cNvSpPr>
            <a:spLocks noGrp="1"/>
          </p:cNvSpPr>
          <p:nvPr/>
        </p:nvSpPr>
        <p:spPr>
          <a:xfrm>
            <a:off x="6049423" y="2895219"/>
            <a:ext cx="293180" cy="293180"/>
          </a:xfrm>
          <a:prstGeom prst="rect">
            <a:avLst/>
          </a:prstGeom>
          <a:solidFill>
            <a:srgbClr val="52213F"/>
          </a:solidFill>
          <a:ln w="9525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9AA9F1E-DEEF-4132-A6D1-F9F7BB0DAADD}"/>
              </a:ext>
            </a:extLst>
          </p:cNvPr>
          <p:cNvSpPr>
            <a:spLocks noGrp="1"/>
          </p:cNvSpPr>
          <p:nvPr/>
        </p:nvSpPr>
        <p:spPr>
          <a:xfrm>
            <a:off x="6049423" y="2916936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E9CACA8-5945-40CF-B279-2A418FAF1A35}"/>
              </a:ext>
            </a:extLst>
          </p:cNvPr>
          <p:cNvSpPr>
            <a:spLocks noGrp="1"/>
          </p:cNvSpPr>
          <p:nvPr/>
        </p:nvSpPr>
        <p:spPr>
          <a:xfrm>
            <a:off x="7271004" y="1836515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AFCA3CC-DA60-4E9B-8F69-85E34CFE00C1}"/>
              </a:ext>
            </a:extLst>
          </p:cNvPr>
          <p:cNvSpPr>
            <a:spLocks noGrp="1"/>
          </p:cNvSpPr>
          <p:nvPr/>
        </p:nvSpPr>
        <p:spPr>
          <a:xfrm>
            <a:off x="7271004" y="1858232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54FE408-5239-4F39-BF48-6D7162E476FA}"/>
              </a:ext>
            </a:extLst>
          </p:cNvPr>
          <p:cNvSpPr>
            <a:spLocks noGrp="1"/>
          </p:cNvSpPr>
          <p:nvPr/>
        </p:nvSpPr>
        <p:spPr>
          <a:xfrm>
            <a:off x="7271004" y="3736753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11896FC-924B-425C-8FF7-88C39F14F8FC}"/>
              </a:ext>
            </a:extLst>
          </p:cNvPr>
          <p:cNvSpPr>
            <a:spLocks noGrp="1"/>
          </p:cNvSpPr>
          <p:nvPr/>
        </p:nvSpPr>
        <p:spPr>
          <a:xfrm>
            <a:off x="7271004" y="3758470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9F18459-7645-4434-9F91-537A66F2DAEF}"/>
              </a:ext>
            </a:extLst>
          </p:cNvPr>
          <p:cNvSpPr>
            <a:spLocks noGrp="1"/>
          </p:cNvSpPr>
          <p:nvPr/>
        </p:nvSpPr>
        <p:spPr>
          <a:xfrm>
            <a:off x="8709755" y="1619345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255AF71-E3B3-40C6-9318-407B4EBEF39C}"/>
              </a:ext>
            </a:extLst>
          </p:cNvPr>
          <p:cNvSpPr>
            <a:spLocks noGrp="1"/>
          </p:cNvSpPr>
          <p:nvPr/>
        </p:nvSpPr>
        <p:spPr>
          <a:xfrm>
            <a:off x="8709755" y="1641062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19EFEFC-E470-436F-8333-AB2EAC8EB2D6}"/>
              </a:ext>
            </a:extLst>
          </p:cNvPr>
          <p:cNvSpPr>
            <a:spLocks noGrp="1"/>
          </p:cNvSpPr>
          <p:nvPr/>
        </p:nvSpPr>
        <p:spPr>
          <a:xfrm>
            <a:off x="8709755" y="2813780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D2A50B8-EBEE-4E2C-9798-D45FF4D55200}"/>
              </a:ext>
            </a:extLst>
          </p:cNvPr>
          <p:cNvSpPr>
            <a:spLocks noGrp="1"/>
          </p:cNvSpPr>
          <p:nvPr/>
        </p:nvSpPr>
        <p:spPr>
          <a:xfrm>
            <a:off x="8709755" y="2835497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A6A1B5A-5C6A-443E-9A69-2E260D16166D}"/>
              </a:ext>
            </a:extLst>
          </p:cNvPr>
          <p:cNvSpPr>
            <a:spLocks noGrp="1"/>
          </p:cNvSpPr>
          <p:nvPr/>
        </p:nvSpPr>
        <p:spPr>
          <a:xfrm>
            <a:off x="9931336" y="3736753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5EF3EA2-82E7-4FD9-B9F5-1598D6B19ACE}"/>
              </a:ext>
            </a:extLst>
          </p:cNvPr>
          <p:cNvSpPr>
            <a:spLocks noGrp="1"/>
          </p:cNvSpPr>
          <p:nvPr/>
        </p:nvSpPr>
        <p:spPr>
          <a:xfrm>
            <a:off x="9931336" y="3758470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F731BB6-677F-4F59-A381-23497091FFF5}"/>
              </a:ext>
            </a:extLst>
          </p:cNvPr>
          <p:cNvSpPr>
            <a:spLocks noGrp="1"/>
          </p:cNvSpPr>
          <p:nvPr/>
        </p:nvSpPr>
        <p:spPr>
          <a:xfrm>
            <a:off x="11125771" y="2569464"/>
            <a:ext cx="293180" cy="293180"/>
          </a:xfrm>
          <a:prstGeom prst="rect">
            <a:avLst/>
          </a:prstGeom>
          <a:solidFill>
            <a:srgbClr val="314B12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86BFA72B-5180-4ED0-8883-0D8EBC357EEA}"/>
              </a:ext>
            </a:extLst>
          </p:cNvPr>
          <p:cNvSpPr>
            <a:spLocks noGrp="1"/>
          </p:cNvSpPr>
          <p:nvPr/>
        </p:nvSpPr>
        <p:spPr>
          <a:xfrm>
            <a:off x="11125771" y="2591181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cxnSp>
        <p:nvCxnSpPr>
          <p:cNvPr id="105" name="Прямая со стрелкой 104"/>
          <p:cNvCxnSpPr>
            <a:stCxn id="23" idx="3"/>
            <a:endCxn id="25" idx="1"/>
          </p:cNvCxnSpPr>
          <p:nvPr/>
        </p:nvCxnSpPr>
        <p:spPr>
          <a:xfrm flipV="1">
            <a:off x="6342603" y="1983105"/>
            <a:ext cx="928401" cy="1058704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FD9E55E-E144-4417-89D2-4D43428FDDA4}"/>
              </a:ext>
            </a:extLst>
          </p:cNvPr>
          <p:cNvSpPr>
            <a:spLocks noGrp="1"/>
          </p:cNvSpPr>
          <p:nvPr/>
        </p:nvSpPr>
        <p:spPr>
          <a:xfrm>
            <a:off x="6755225" y="237401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24F5089-6D7C-4DA8-ACBA-B0591D331DBA}"/>
              </a:ext>
            </a:extLst>
          </p:cNvPr>
          <p:cNvSpPr>
            <a:spLocks noGrp="1"/>
          </p:cNvSpPr>
          <p:nvPr/>
        </p:nvSpPr>
        <p:spPr>
          <a:xfrm>
            <a:off x="6760655" y="238487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08" name="Прямая со стрелкой 107"/>
          <p:cNvCxnSpPr>
            <a:stCxn id="23" idx="3"/>
            <a:endCxn id="27" idx="1"/>
          </p:cNvCxnSpPr>
          <p:nvPr/>
        </p:nvCxnSpPr>
        <p:spPr>
          <a:xfrm>
            <a:off x="6342603" y="3041809"/>
            <a:ext cx="928401" cy="841534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D7DB1D98-323A-483F-AAC1-47A9E124FBBE}"/>
              </a:ext>
            </a:extLst>
          </p:cNvPr>
          <p:cNvSpPr>
            <a:spLocks noGrp="1"/>
          </p:cNvSpPr>
          <p:nvPr/>
        </p:nvSpPr>
        <p:spPr>
          <a:xfrm>
            <a:off x="6755225" y="353044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878E7E7-B24A-44BE-A5FA-1A62A6040B16}"/>
              </a:ext>
            </a:extLst>
          </p:cNvPr>
          <p:cNvSpPr>
            <a:spLocks noGrp="1"/>
          </p:cNvSpPr>
          <p:nvPr/>
        </p:nvSpPr>
        <p:spPr>
          <a:xfrm>
            <a:off x="6760655" y="354130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11" name="Прямая со стрелкой 110"/>
          <p:cNvCxnSpPr>
            <a:stCxn id="25" idx="3"/>
            <a:endCxn id="29" idx="1"/>
          </p:cNvCxnSpPr>
          <p:nvPr/>
        </p:nvCxnSpPr>
        <p:spPr>
          <a:xfrm flipV="1">
            <a:off x="7564184" y="1765935"/>
            <a:ext cx="1145571" cy="21717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3DBB4FE4-BFED-41C0-A13C-10F4722DFCF1}"/>
              </a:ext>
            </a:extLst>
          </p:cNvPr>
          <p:cNvSpPr>
            <a:spLocks noGrp="1"/>
          </p:cNvSpPr>
          <p:nvPr/>
        </p:nvSpPr>
        <p:spPr>
          <a:xfrm>
            <a:off x="8058245" y="1776794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3C02AE83-121C-4A21-BB80-FB7AB97B8A83}"/>
              </a:ext>
            </a:extLst>
          </p:cNvPr>
          <p:cNvSpPr>
            <a:spLocks noGrp="1"/>
          </p:cNvSpPr>
          <p:nvPr/>
        </p:nvSpPr>
        <p:spPr>
          <a:xfrm>
            <a:off x="8063674" y="1787652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4" name="Прямая со стрелкой 113"/>
          <p:cNvCxnSpPr>
            <a:stCxn id="25" idx="3"/>
            <a:endCxn id="31" idx="1"/>
          </p:cNvCxnSpPr>
          <p:nvPr/>
        </p:nvCxnSpPr>
        <p:spPr>
          <a:xfrm>
            <a:off x="7564184" y="1983105"/>
            <a:ext cx="1145571" cy="97726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6467DB52-5A70-4AB8-B54F-E88D56F39505}"/>
              </a:ext>
            </a:extLst>
          </p:cNvPr>
          <p:cNvSpPr>
            <a:spLocks noGrp="1"/>
          </p:cNvSpPr>
          <p:nvPr/>
        </p:nvSpPr>
        <p:spPr>
          <a:xfrm>
            <a:off x="8058245" y="2417445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AD4B6E0A-AAD9-4D73-AF53-86D4B068208D}"/>
              </a:ext>
            </a:extLst>
          </p:cNvPr>
          <p:cNvSpPr>
            <a:spLocks noGrp="1"/>
          </p:cNvSpPr>
          <p:nvPr/>
        </p:nvSpPr>
        <p:spPr>
          <a:xfrm>
            <a:off x="8063674" y="2428304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17" name="Прямая со стрелкой 116"/>
          <p:cNvCxnSpPr>
            <a:stCxn id="27" idx="3"/>
            <a:endCxn id="31" idx="1"/>
          </p:cNvCxnSpPr>
          <p:nvPr/>
        </p:nvCxnSpPr>
        <p:spPr>
          <a:xfrm flipV="1">
            <a:off x="7564184" y="2960370"/>
            <a:ext cx="1145571" cy="9229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37AC20DE-01F4-434F-B20A-96A9D502B149}"/>
              </a:ext>
            </a:extLst>
          </p:cNvPr>
          <p:cNvSpPr>
            <a:spLocks noGrp="1"/>
          </p:cNvSpPr>
          <p:nvPr/>
        </p:nvSpPr>
        <p:spPr>
          <a:xfrm>
            <a:off x="8058245" y="3421856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CBD0FDF4-BC03-4230-9379-DC2AD96DA318}"/>
              </a:ext>
            </a:extLst>
          </p:cNvPr>
          <p:cNvSpPr>
            <a:spLocks noGrp="1"/>
          </p:cNvSpPr>
          <p:nvPr/>
        </p:nvSpPr>
        <p:spPr>
          <a:xfrm>
            <a:off x="8063674" y="3432715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0" name="Прямая со стрелкой 119"/>
          <p:cNvCxnSpPr>
            <a:stCxn id="27" idx="3"/>
            <a:endCxn id="33" idx="1"/>
          </p:cNvCxnSpPr>
          <p:nvPr/>
        </p:nvCxnSpPr>
        <p:spPr>
          <a:xfrm>
            <a:off x="7564184" y="3883343"/>
            <a:ext cx="236715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60ACEF87-0E58-4C49-9D04-246879374E26}"/>
              </a:ext>
            </a:extLst>
          </p:cNvPr>
          <p:cNvSpPr>
            <a:spLocks noGrp="1"/>
          </p:cNvSpPr>
          <p:nvPr/>
        </p:nvSpPr>
        <p:spPr>
          <a:xfrm>
            <a:off x="8709755" y="3883343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03D057E3-B934-49ED-8D4E-ECA8B8988715}"/>
              </a:ext>
            </a:extLst>
          </p:cNvPr>
          <p:cNvSpPr>
            <a:spLocks noGrp="1"/>
          </p:cNvSpPr>
          <p:nvPr/>
        </p:nvSpPr>
        <p:spPr>
          <a:xfrm>
            <a:off x="8715185" y="3894201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23" name="Прямая со стрелкой 122"/>
          <p:cNvCxnSpPr>
            <a:stCxn id="29" idx="3"/>
            <a:endCxn id="35" idx="1"/>
          </p:cNvCxnSpPr>
          <p:nvPr/>
        </p:nvCxnSpPr>
        <p:spPr>
          <a:xfrm>
            <a:off x="9002935" y="1765935"/>
            <a:ext cx="2122836" cy="950119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55209008-CA83-4356-93CF-5A89EBB0210C}"/>
              </a:ext>
            </a:extLst>
          </p:cNvPr>
          <p:cNvSpPr>
            <a:spLocks noGrp="1"/>
          </p:cNvSpPr>
          <p:nvPr/>
        </p:nvSpPr>
        <p:spPr>
          <a:xfrm>
            <a:off x="9958483" y="201025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21EC2E33-91AA-49FF-B63D-CED6519464BC}"/>
              </a:ext>
            </a:extLst>
          </p:cNvPr>
          <p:cNvSpPr>
            <a:spLocks noGrp="1"/>
          </p:cNvSpPr>
          <p:nvPr/>
        </p:nvSpPr>
        <p:spPr>
          <a:xfrm>
            <a:off x="9963912" y="202111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26" name="Прямая со стрелкой 125"/>
          <p:cNvCxnSpPr>
            <a:stCxn id="31" idx="3"/>
            <a:endCxn id="33" idx="1"/>
          </p:cNvCxnSpPr>
          <p:nvPr/>
        </p:nvCxnSpPr>
        <p:spPr>
          <a:xfrm>
            <a:off x="9002935" y="2960370"/>
            <a:ext cx="928401" cy="9229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CB06D306-62D9-4FEF-829E-23C96A2278C5}"/>
              </a:ext>
            </a:extLst>
          </p:cNvPr>
          <p:cNvSpPr>
            <a:spLocks noGrp="1"/>
          </p:cNvSpPr>
          <p:nvPr/>
        </p:nvSpPr>
        <p:spPr>
          <a:xfrm>
            <a:off x="9415558" y="3449002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2E88DC55-E376-4269-BA4A-7F7A47410F2C}"/>
              </a:ext>
            </a:extLst>
          </p:cNvPr>
          <p:cNvSpPr>
            <a:spLocks noGrp="1"/>
          </p:cNvSpPr>
          <p:nvPr/>
        </p:nvSpPr>
        <p:spPr>
          <a:xfrm>
            <a:off x="9420987" y="3459861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29" name="Прямая со стрелкой 128"/>
          <p:cNvCxnSpPr>
            <a:stCxn id="31" idx="3"/>
            <a:endCxn id="35" idx="1"/>
          </p:cNvCxnSpPr>
          <p:nvPr/>
        </p:nvCxnSpPr>
        <p:spPr>
          <a:xfrm flipV="1">
            <a:off x="9002935" y="2716054"/>
            <a:ext cx="2122836" cy="244316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39F5F876-6E28-4DCE-B8F0-D705C3E5D2D7}"/>
              </a:ext>
            </a:extLst>
          </p:cNvPr>
          <p:cNvSpPr>
            <a:spLocks noGrp="1"/>
          </p:cNvSpPr>
          <p:nvPr/>
        </p:nvSpPr>
        <p:spPr>
          <a:xfrm>
            <a:off x="10012775" y="2716054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47923A34-78EB-475D-B940-5025C1D37E1F}"/>
              </a:ext>
            </a:extLst>
          </p:cNvPr>
          <p:cNvSpPr>
            <a:spLocks noGrp="1"/>
          </p:cNvSpPr>
          <p:nvPr/>
        </p:nvSpPr>
        <p:spPr>
          <a:xfrm>
            <a:off x="10018205" y="2726912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32" name="Прямая со стрелкой 131"/>
          <p:cNvCxnSpPr>
            <a:stCxn id="33" idx="0"/>
            <a:endCxn id="35" idx="1"/>
          </p:cNvCxnSpPr>
          <p:nvPr/>
        </p:nvCxnSpPr>
        <p:spPr>
          <a:xfrm flipV="1">
            <a:off x="10077926" y="2716054"/>
            <a:ext cx="1047845" cy="1020699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5" name="Прямоугольник: скругленные углы 64">
            <a:extLst>
              <a:ext uri="{FF2B5EF4-FFF2-40B4-BE49-F238E27FC236}">
                <a16:creationId xmlns:a16="http://schemas.microsoft.com/office/drawing/2014/main" id="{1597B7A4-F793-4791-A89C-31E7EFD92CD6}"/>
              </a:ext>
            </a:extLst>
          </p:cNvPr>
          <p:cNvSpPr>
            <a:spLocks noGrp="1"/>
          </p:cNvSpPr>
          <p:nvPr/>
        </p:nvSpPr>
        <p:spPr>
          <a:xfrm>
            <a:off x="10609993" y="331327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56FF9EC7-2138-46AF-97BB-123B25353BF3}"/>
              </a:ext>
            </a:extLst>
          </p:cNvPr>
          <p:cNvSpPr>
            <a:spLocks noGrp="1"/>
          </p:cNvSpPr>
          <p:nvPr/>
        </p:nvSpPr>
        <p:spPr>
          <a:xfrm>
            <a:off x="10615422" y="332413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E573184F-1A4E-41D7-AD15-EAA71A5C7290}"/>
              </a:ext>
            </a:extLst>
          </p:cNvPr>
          <p:cNvSpPr>
            <a:spLocks noGrp="1"/>
          </p:cNvSpPr>
          <p:nvPr/>
        </p:nvSpPr>
        <p:spPr>
          <a:xfrm>
            <a:off x="5886450" y="537210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27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Start = S    Goal = G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E17D0865-E6F3-4667-B684-8403CEEEB89F}"/>
              </a:ext>
            </a:extLst>
          </p:cNvPr>
          <p:cNvSpPr>
            <a:spLocks noGrp="1"/>
          </p:cNvSpPr>
          <p:nvPr/>
        </p:nvSpPr>
        <p:spPr>
          <a:xfrm>
            <a:off x="5886450" y="56959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Әдіс негізі: [1]</a:t>
            </a:r>
          </a:p>
        </p:txBody>
      </p:sp>
    </p:spTree>
    <p:extLst>
      <p:ext uri="{BB962C8B-B14F-4D97-AF65-F5344CB8AC3E}">
        <p14:creationId xmlns:p14="http://schemas.microsoft.com/office/powerpoint/2010/main" val="1265334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40492817-B7AA-4916-B88C-F977D97B31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BDC8095-B15A-4597-8A0F-934BE99782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1FC3A8-5CB5-4DFE-AF77-92DA1454295E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A618913-9713-4A1C-881B-3A8803D82C35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UCS қозғалысы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13105B-1797-4CD2-8D2B-3581A7F3C422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190500" cy="1905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1393202-E9A6-41A8-9352-65F5B5791750}"/>
              </a:ext>
            </a:extLst>
          </p:cNvPr>
          <p:cNvSpPr>
            <a:spLocks noGrp="1"/>
          </p:cNvSpPr>
          <p:nvPr/>
        </p:nvSpPr>
        <p:spPr>
          <a:xfrm>
            <a:off x="11296650" y="228600"/>
            <a:ext cx="190500" cy="1905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BB0F13C-DD52-4935-BDB0-4D1F7C35C289}"/>
              </a:ext>
            </a:extLst>
          </p:cNvPr>
          <p:cNvSpPr>
            <a:spLocks noGrp="1"/>
          </p:cNvSpPr>
          <p:nvPr/>
        </p:nvSpPr>
        <p:spPr>
          <a:xfrm>
            <a:off x="11544300" y="228600"/>
            <a:ext cx="190500" cy="1905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AE814B9-54E3-4F12-B3ED-433C6F14C0C5}"/>
              </a:ext>
            </a:extLst>
          </p:cNvPr>
          <p:cNvSpPr>
            <a:spLocks noGrp="1"/>
          </p:cNvSpPr>
          <p:nvPr/>
        </p:nvSpPr>
        <p:spPr>
          <a:xfrm>
            <a:off x="11296650" y="476250"/>
            <a:ext cx="190500" cy="1905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70C8B5-0091-4991-B535-7C9D93509A70}"/>
              </a:ext>
            </a:extLst>
          </p:cNvPr>
          <p:cNvSpPr>
            <a:spLocks noGrp="1"/>
          </p:cNvSpPr>
          <p:nvPr/>
        </p:nvSpPr>
        <p:spPr>
          <a:xfrm>
            <a:off x="11544300" y="476250"/>
            <a:ext cx="190500" cy="1905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B4111EF-8743-4D29-8939-EDD84C0694A5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88AB41A-C09E-4ADD-99E3-0764A474B80A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E35BAB9-6799-4E3F-BD11-A3C5F7C046E9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D0D9160-E91F-43B5-AC5C-9192AEAB4FD7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666875" cy="285750"/>
          </a:xfrm>
          <a:prstGeom prst="roundRect">
            <a:avLst>
              <a:gd name="adj" fmla="val 6667"/>
            </a:avLst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2DBCBF0-9447-46C7-91F1-B1446593BA9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5144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UCS • КАДР 1/2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8F4E27E-C501-4AC2-80B2-5B2564359B63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 бойынша: S(0) → B(1) → A(2) → D(3)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412A8E-95EF-42A1-8F1A-96A1726DDBF2}"/>
              </a:ext>
            </a:extLst>
          </p:cNvPr>
          <p:cNvSpPr>
            <a:spLocks noGrp="1"/>
          </p:cNvSpPr>
          <p:nvPr/>
        </p:nvSpPr>
        <p:spPr>
          <a:xfrm>
            <a:off x="1199579" y="3741801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3C72D28-E49C-42BA-BB79-C8CEE69A4298}"/>
              </a:ext>
            </a:extLst>
          </p:cNvPr>
          <p:cNvSpPr>
            <a:spLocks noGrp="1"/>
          </p:cNvSpPr>
          <p:nvPr/>
        </p:nvSpPr>
        <p:spPr>
          <a:xfrm>
            <a:off x="1199579" y="377151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D84C8DF-0220-49D9-9530-E7EA464B2C16}"/>
              </a:ext>
            </a:extLst>
          </p:cNvPr>
          <p:cNvSpPr>
            <a:spLocks noGrp="1"/>
          </p:cNvSpPr>
          <p:nvPr/>
        </p:nvSpPr>
        <p:spPr>
          <a:xfrm>
            <a:off x="2871216" y="2293049"/>
            <a:ext cx="401193" cy="401193"/>
          </a:xfrm>
          <a:prstGeom prst="rect">
            <a:avLst/>
          </a:prstGeom>
          <a:solidFill>
            <a:srgbClr val="5A361D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91930D1-35CD-4565-A7EF-0B1F0AB81905}"/>
              </a:ext>
            </a:extLst>
          </p:cNvPr>
          <p:cNvSpPr>
            <a:spLocks noGrp="1"/>
          </p:cNvSpPr>
          <p:nvPr/>
        </p:nvSpPr>
        <p:spPr>
          <a:xfrm>
            <a:off x="2871216" y="232276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FFD89EB-9EB8-40C3-9252-723DFB06C4FE}"/>
              </a:ext>
            </a:extLst>
          </p:cNvPr>
          <p:cNvSpPr>
            <a:spLocks noGrp="1"/>
          </p:cNvSpPr>
          <p:nvPr/>
        </p:nvSpPr>
        <p:spPr>
          <a:xfrm>
            <a:off x="2871216" y="4893374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A349945-92BC-4E2E-A5F6-03CC907D37AE}"/>
              </a:ext>
            </a:extLst>
          </p:cNvPr>
          <p:cNvSpPr>
            <a:spLocks noGrp="1"/>
          </p:cNvSpPr>
          <p:nvPr/>
        </p:nvSpPr>
        <p:spPr>
          <a:xfrm>
            <a:off x="2871216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AD1D46D-73F6-47A1-8122-1A53F58A17C9}"/>
              </a:ext>
            </a:extLst>
          </p:cNvPr>
          <p:cNvSpPr>
            <a:spLocks noGrp="1"/>
          </p:cNvSpPr>
          <p:nvPr/>
        </p:nvSpPr>
        <p:spPr>
          <a:xfrm>
            <a:off x="4840034" y="1995869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5F7698D-B8F4-4A85-8E19-2A6234821B5E}"/>
              </a:ext>
            </a:extLst>
          </p:cNvPr>
          <p:cNvSpPr>
            <a:spLocks noGrp="1"/>
          </p:cNvSpPr>
          <p:nvPr/>
        </p:nvSpPr>
        <p:spPr>
          <a:xfrm>
            <a:off x="4840034" y="202558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C99B7B9-C732-4A0C-BB1B-DA0DA3AA4D71}"/>
              </a:ext>
            </a:extLst>
          </p:cNvPr>
          <p:cNvSpPr>
            <a:spLocks noGrp="1"/>
          </p:cNvSpPr>
          <p:nvPr/>
        </p:nvSpPr>
        <p:spPr>
          <a:xfrm>
            <a:off x="4840034" y="3630359"/>
            <a:ext cx="401193" cy="401193"/>
          </a:xfrm>
          <a:prstGeom prst="rect">
            <a:avLst/>
          </a:prstGeom>
          <a:solidFill>
            <a:srgbClr val="0E4D65"/>
          </a:solidFill>
          <a:ln w="9525">
            <a:solidFill>
              <a:srgbClr val="69E3F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1826A6B-613D-4DB4-8404-8C5C76347DEA}"/>
              </a:ext>
            </a:extLst>
          </p:cNvPr>
          <p:cNvSpPr>
            <a:spLocks noGrp="1"/>
          </p:cNvSpPr>
          <p:nvPr/>
        </p:nvSpPr>
        <p:spPr>
          <a:xfrm>
            <a:off x="4840034" y="366007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2252CF9-E16E-4B7F-831F-D3A20EC8A1DC}"/>
              </a:ext>
            </a:extLst>
          </p:cNvPr>
          <p:cNvSpPr>
            <a:spLocks noGrp="1"/>
          </p:cNvSpPr>
          <p:nvPr/>
        </p:nvSpPr>
        <p:spPr>
          <a:xfrm>
            <a:off x="6511671" y="4893374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ED816CF-D44C-4CED-BB5B-B54CABF9A21B}"/>
              </a:ext>
            </a:extLst>
          </p:cNvPr>
          <p:cNvSpPr>
            <a:spLocks noGrp="1"/>
          </p:cNvSpPr>
          <p:nvPr/>
        </p:nvSpPr>
        <p:spPr>
          <a:xfrm>
            <a:off x="6511671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1DE51B9-5F41-4E0B-97BC-42BE1EFBAF58}"/>
              </a:ext>
            </a:extLst>
          </p:cNvPr>
          <p:cNvSpPr>
            <a:spLocks noGrp="1"/>
          </p:cNvSpPr>
          <p:nvPr/>
        </p:nvSpPr>
        <p:spPr>
          <a:xfrm>
            <a:off x="8146161" y="3296031"/>
            <a:ext cx="401193" cy="401193"/>
          </a:xfrm>
          <a:prstGeom prst="rect">
            <a:avLst/>
          </a:prstGeom>
          <a:solidFill>
            <a:srgbClr val="314B12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987F714-EF48-4995-A77A-0CBA91B2E4F9}"/>
              </a:ext>
            </a:extLst>
          </p:cNvPr>
          <p:cNvSpPr>
            <a:spLocks noGrp="1"/>
          </p:cNvSpPr>
          <p:nvPr/>
        </p:nvSpPr>
        <p:spPr>
          <a:xfrm>
            <a:off x="8146161" y="332574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cxnSp>
        <p:nvCxnSpPr>
          <p:cNvPr id="105" name="Прямая со стрелкой 104"/>
          <p:cNvCxnSpPr>
            <a:stCxn id="16" idx="3"/>
            <a:endCxn id="18" idx="1"/>
          </p:cNvCxnSpPr>
          <p:nvPr/>
        </p:nvCxnSpPr>
        <p:spPr>
          <a:xfrm flipV="1">
            <a:off x="1600772" y="2493646"/>
            <a:ext cx="1270444" cy="144875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34D2E1D8-CC15-401B-9FC3-0B89AD496D70}"/>
              </a:ext>
            </a:extLst>
          </p:cNvPr>
          <p:cNvSpPr>
            <a:spLocks noGrp="1"/>
          </p:cNvSpPr>
          <p:nvPr/>
        </p:nvSpPr>
        <p:spPr>
          <a:xfrm>
            <a:off x="2165414" y="3028569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1C8F788-47C1-4304-9CE7-29C2102667BD}"/>
              </a:ext>
            </a:extLst>
          </p:cNvPr>
          <p:cNvSpPr>
            <a:spLocks noGrp="1"/>
          </p:cNvSpPr>
          <p:nvPr/>
        </p:nvSpPr>
        <p:spPr>
          <a:xfrm>
            <a:off x="2172843" y="3043428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08" name="Прямая со стрелкой 107"/>
          <p:cNvCxnSpPr>
            <a:stCxn id="16" idx="3"/>
            <a:endCxn id="20" idx="1"/>
          </p:cNvCxnSpPr>
          <p:nvPr/>
        </p:nvCxnSpPr>
        <p:spPr>
          <a:xfrm>
            <a:off x="1600772" y="3942398"/>
            <a:ext cx="1270444" cy="1151573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45B776C-5ECF-492D-B0B5-8AF97D33F089}"/>
              </a:ext>
            </a:extLst>
          </p:cNvPr>
          <p:cNvSpPr>
            <a:spLocks noGrp="1"/>
          </p:cNvSpPr>
          <p:nvPr/>
        </p:nvSpPr>
        <p:spPr>
          <a:xfrm>
            <a:off x="2165414" y="461105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1797768-DF91-45DA-8805-9BFBA0EFF486}"/>
              </a:ext>
            </a:extLst>
          </p:cNvPr>
          <p:cNvSpPr>
            <a:spLocks noGrp="1"/>
          </p:cNvSpPr>
          <p:nvPr/>
        </p:nvSpPr>
        <p:spPr>
          <a:xfrm>
            <a:off x="2172843" y="462591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11" name="Прямая со стрелкой 110"/>
          <p:cNvCxnSpPr>
            <a:stCxn id="18" idx="3"/>
            <a:endCxn id="22" idx="1"/>
          </p:cNvCxnSpPr>
          <p:nvPr/>
        </p:nvCxnSpPr>
        <p:spPr>
          <a:xfrm flipV="1">
            <a:off x="3272409" y="2196466"/>
            <a:ext cx="1567625" cy="29718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0C1EF197-C6C4-49E1-8492-D3551E48624E}"/>
              </a:ext>
            </a:extLst>
          </p:cNvPr>
          <p:cNvSpPr>
            <a:spLocks noGrp="1"/>
          </p:cNvSpPr>
          <p:nvPr/>
        </p:nvSpPr>
        <p:spPr>
          <a:xfrm>
            <a:off x="3948494" y="2211324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54697AD-D77B-4739-A4B2-2A9C87794138}"/>
              </a:ext>
            </a:extLst>
          </p:cNvPr>
          <p:cNvSpPr>
            <a:spLocks noGrp="1"/>
          </p:cNvSpPr>
          <p:nvPr/>
        </p:nvSpPr>
        <p:spPr>
          <a:xfrm>
            <a:off x="3955923" y="2226183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4" name="Прямая со стрелкой 113"/>
          <p:cNvCxnSpPr>
            <a:stCxn id="18" idx="3"/>
            <a:endCxn id="24" idx="1"/>
          </p:cNvCxnSpPr>
          <p:nvPr/>
        </p:nvCxnSpPr>
        <p:spPr>
          <a:xfrm>
            <a:off x="3272409" y="2493646"/>
            <a:ext cx="1567625" cy="133731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6B179F12-8DF6-4BB7-B092-AC58CAF86C55}"/>
              </a:ext>
            </a:extLst>
          </p:cNvPr>
          <p:cNvSpPr>
            <a:spLocks noGrp="1"/>
          </p:cNvSpPr>
          <p:nvPr/>
        </p:nvSpPr>
        <p:spPr>
          <a:xfrm>
            <a:off x="3948494" y="3088005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049F20C6-C09F-4E23-9EC6-52C233D3441B}"/>
              </a:ext>
            </a:extLst>
          </p:cNvPr>
          <p:cNvSpPr>
            <a:spLocks noGrp="1"/>
          </p:cNvSpPr>
          <p:nvPr/>
        </p:nvSpPr>
        <p:spPr>
          <a:xfrm>
            <a:off x="3955923" y="3102864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17" name="Прямая со стрелкой 116"/>
          <p:cNvCxnSpPr>
            <a:stCxn id="20" idx="3"/>
            <a:endCxn id="24" idx="1"/>
          </p:cNvCxnSpPr>
          <p:nvPr/>
        </p:nvCxnSpPr>
        <p:spPr>
          <a:xfrm flipV="1">
            <a:off x="3272409" y="3830956"/>
            <a:ext cx="1567625" cy="1263015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D7A75575-BD85-47BF-86CE-B89D6F970ECA}"/>
              </a:ext>
            </a:extLst>
          </p:cNvPr>
          <p:cNvSpPr>
            <a:spLocks noGrp="1"/>
          </p:cNvSpPr>
          <p:nvPr/>
        </p:nvSpPr>
        <p:spPr>
          <a:xfrm>
            <a:off x="3948494" y="446246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7C7FFB3-F129-4B90-9E68-0B8FEEB407B3}"/>
              </a:ext>
            </a:extLst>
          </p:cNvPr>
          <p:cNvSpPr>
            <a:spLocks noGrp="1"/>
          </p:cNvSpPr>
          <p:nvPr/>
        </p:nvSpPr>
        <p:spPr>
          <a:xfrm>
            <a:off x="3955923" y="447732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0" name="Прямая со стрелкой 119"/>
          <p:cNvCxnSpPr>
            <a:stCxn id="20" idx="3"/>
            <a:endCxn id="26" idx="1"/>
          </p:cNvCxnSpPr>
          <p:nvPr/>
        </p:nvCxnSpPr>
        <p:spPr>
          <a:xfrm>
            <a:off x="3272409" y="5093971"/>
            <a:ext cx="323926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77B4CBBE-8920-418B-A8F9-3E0A4384FC6C}"/>
              </a:ext>
            </a:extLst>
          </p:cNvPr>
          <p:cNvSpPr>
            <a:spLocks noGrp="1"/>
          </p:cNvSpPr>
          <p:nvPr/>
        </p:nvSpPr>
        <p:spPr>
          <a:xfrm>
            <a:off x="4840034" y="509397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2B133E88-8872-4A6A-A0DB-D63D512FBE15}"/>
              </a:ext>
            </a:extLst>
          </p:cNvPr>
          <p:cNvSpPr>
            <a:spLocks noGrp="1"/>
          </p:cNvSpPr>
          <p:nvPr/>
        </p:nvSpPr>
        <p:spPr>
          <a:xfrm>
            <a:off x="4847463" y="510882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23" name="Прямая со стрелкой 122"/>
          <p:cNvCxnSpPr>
            <a:stCxn id="22" idx="3"/>
            <a:endCxn id="28" idx="1"/>
          </p:cNvCxnSpPr>
          <p:nvPr/>
        </p:nvCxnSpPr>
        <p:spPr>
          <a:xfrm>
            <a:off x="5241227" y="2196466"/>
            <a:ext cx="2904934" cy="130016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A7FF1210-950B-42FB-934B-367C09E1E76D}"/>
              </a:ext>
            </a:extLst>
          </p:cNvPr>
          <p:cNvSpPr>
            <a:spLocks noGrp="1"/>
          </p:cNvSpPr>
          <p:nvPr/>
        </p:nvSpPr>
        <p:spPr>
          <a:xfrm>
            <a:off x="6548819" y="253079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702E46F6-AB78-4A72-841F-D4A54FC8C2F9}"/>
              </a:ext>
            </a:extLst>
          </p:cNvPr>
          <p:cNvSpPr>
            <a:spLocks noGrp="1"/>
          </p:cNvSpPr>
          <p:nvPr/>
        </p:nvSpPr>
        <p:spPr>
          <a:xfrm>
            <a:off x="6556248" y="254565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26" name="Прямая со стрелкой 125"/>
          <p:cNvCxnSpPr>
            <a:stCxn id="24" idx="3"/>
            <a:endCxn id="26" idx="1"/>
          </p:cNvCxnSpPr>
          <p:nvPr/>
        </p:nvCxnSpPr>
        <p:spPr>
          <a:xfrm>
            <a:off x="5241227" y="3830956"/>
            <a:ext cx="1270444" cy="126301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4C23E1E6-350A-444A-BD02-E209749C4478}"/>
              </a:ext>
            </a:extLst>
          </p:cNvPr>
          <p:cNvSpPr>
            <a:spLocks noGrp="1"/>
          </p:cNvSpPr>
          <p:nvPr/>
        </p:nvSpPr>
        <p:spPr>
          <a:xfrm>
            <a:off x="5805869" y="449961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B54ABB1-FB1A-419A-87CA-6DB522A0C176}"/>
              </a:ext>
            </a:extLst>
          </p:cNvPr>
          <p:cNvSpPr>
            <a:spLocks noGrp="1"/>
          </p:cNvSpPr>
          <p:nvPr/>
        </p:nvSpPr>
        <p:spPr>
          <a:xfrm>
            <a:off x="5813298" y="451446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29" name="Прямая со стрелкой 128"/>
          <p:cNvCxnSpPr>
            <a:stCxn id="24" idx="3"/>
            <a:endCxn id="28" idx="1"/>
          </p:cNvCxnSpPr>
          <p:nvPr/>
        </p:nvCxnSpPr>
        <p:spPr>
          <a:xfrm flipV="1">
            <a:off x="5241227" y="3496628"/>
            <a:ext cx="2904934" cy="334328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14B95DDB-8780-4821-854A-886703106EBF}"/>
              </a:ext>
            </a:extLst>
          </p:cNvPr>
          <p:cNvSpPr>
            <a:spLocks noGrp="1"/>
          </p:cNvSpPr>
          <p:nvPr/>
        </p:nvSpPr>
        <p:spPr>
          <a:xfrm>
            <a:off x="6623114" y="3496627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A917565-FE45-4F84-A5DC-758E2A3E86FD}"/>
              </a:ext>
            </a:extLst>
          </p:cNvPr>
          <p:cNvSpPr>
            <a:spLocks noGrp="1"/>
          </p:cNvSpPr>
          <p:nvPr/>
        </p:nvSpPr>
        <p:spPr>
          <a:xfrm>
            <a:off x="6630543" y="3511486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32" name="Прямая со стрелкой 131"/>
          <p:cNvCxnSpPr>
            <a:stCxn id="26" idx="3"/>
            <a:endCxn id="28" idx="2"/>
          </p:cNvCxnSpPr>
          <p:nvPr/>
        </p:nvCxnSpPr>
        <p:spPr>
          <a:xfrm flipV="1">
            <a:off x="6912864" y="3697224"/>
            <a:ext cx="1433893" cy="1396747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C791EDCE-8ACA-4736-9EC5-7AA003906229}"/>
              </a:ext>
            </a:extLst>
          </p:cNvPr>
          <p:cNvSpPr>
            <a:spLocks noGrp="1"/>
          </p:cNvSpPr>
          <p:nvPr/>
        </p:nvSpPr>
        <p:spPr>
          <a:xfrm>
            <a:off x="7440359" y="431387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325336F1-34CE-4B45-B167-F38448942C7B}"/>
              </a:ext>
            </a:extLst>
          </p:cNvPr>
          <p:cNvSpPr>
            <a:spLocks noGrp="1"/>
          </p:cNvSpPr>
          <p:nvPr/>
        </p:nvSpPr>
        <p:spPr>
          <a:xfrm>
            <a:off x="7447788" y="432873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26F93D28-A0EF-49B5-86B6-0AC1C4F4DEC2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762250" cy="3143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C2C3B8D8-4083-4939-8D17-8E63950B8FA3}"/>
              </a:ext>
            </a:extLst>
          </p:cNvPr>
          <p:cNvSpPr>
            <a:spLocks noGrp="1"/>
          </p:cNvSpPr>
          <p:nvPr/>
        </p:nvSpPr>
        <p:spPr>
          <a:xfrm>
            <a:off x="9096375" y="22479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125" b="1">
                <a:solidFill>
                  <a:srgbClr val="FF8C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8C42"/>
                </a:solidFill>
                <a:latin typeface="Arial"/>
                <a:ea typeface="Arial"/>
                <a:cs typeface="Arial"/>
              </a:rPr>
              <a:t>D ҮШІН g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ECE86C8F-5E5D-48AF-88A9-4CBB2AA198B6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3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6E05D545-67A0-43F2-A938-35EDA844D141}"/>
              </a:ext>
            </a:extLst>
          </p:cNvPr>
          <p:cNvSpPr>
            <a:spLocks noGrp="1"/>
          </p:cNvSpPr>
          <p:nvPr/>
        </p:nvSpPr>
        <p:spPr>
          <a:xfrm>
            <a:off x="9096375" y="3343275"/>
            <a:ext cx="22860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834E9D08-1FE9-4D6A-BEEF-E3A32F4205EA}"/>
              </a:ext>
            </a:extLst>
          </p:cNvPr>
          <p:cNvSpPr>
            <a:spLocks noGrp="1"/>
          </p:cNvSpPr>
          <p:nvPr/>
        </p:nvSpPr>
        <p:spPr>
          <a:xfrm>
            <a:off x="9096375" y="3571875"/>
            <a:ext cx="22860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D-ге ең арзан жету B арқылы: 1 + 2 = 3.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F2BAC4EB-704B-447F-9BC0-48DC0D323FFF}"/>
              </a:ext>
            </a:extLst>
          </p:cNvPr>
          <p:cNvSpPr>
            <a:spLocks noGrp="1"/>
          </p:cNvSpPr>
          <p:nvPr/>
        </p:nvSpPr>
        <p:spPr>
          <a:xfrm>
            <a:off x="9096375" y="4648200"/>
            <a:ext cx="2286000" cy="266700"/>
          </a:xfrm>
          <a:prstGeom prst="rect">
            <a:avLst/>
          </a:prstGeom>
          <a:solidFill>
            <a:srgbClr val="06121D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F0BCBEC8-89ED-491D-A04E-8AF27F4D040A}"/>
              </a:ext>
            </a:extLst>
          </p:cNvPr>
          <p:cNvSpPr>
            <a:spLocks noGrp="1"/>
          </p:cNvSpPr>
          <p:nvPr/>
        </p:nvSpPr>
        <p:spPr>
          <a:xfrm>
            <a:off x="9144000" y="47053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75" b="1">
                <a:solidFill>
                  <a:srgbClr val="FFD16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g(D)=g(B)+2=3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D66DFB5F-1D8B-4B1D-B47E-841690FE14D7}"/>
              </a:ext>
            </a:extLst>
          </p:cNvPr>
          <p:cNvSpPr>
            <a:spLocks noGrp="1"/>
          </p:cNvSpPr>
          <p:nvPr/>
        </p:nvSpPr>
        <p:spPr>
          <a:xfrm>
            <a:off x="533400" y="5553075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Өту реті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4B79F701-9F4B-4FE2-8B71-4F8AE7B51C06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F286E791-A99A-4611-A6A2-81E507981B3A}"/>
              </a:ext>
            </a:extLst>
          </p:cNvPr>
          <p:cNvSpPr>
            <a:spLocks noGrp="1"/>
          </p:cNvSpPr>
          <p:nvPr/>
        </p:nvSpPr>
        <p:spPr>
          <a:xfrm>
            <a:off x="5334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3F87A16B-2079-458C-A819-FBC1C25CC1BE}"/>
              </a:ext>
            </a:extLst>
          </p:cNvPr>
          <p:cNvSpPr>
            <a:spLocks noGrp="1"/>
          </p:cNvSpPr>
          <p:nvPr/>
        </p:nvSpPr>
        <p:spPr>
          <a:xfrm>
            <a:off x="13525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F0CF86EA-15C8-4D05-88D7-0C0A021A3CDE}"/>
              </a:ext>
            </a:extLst>
          </p:cNvPr>
          <p:cNvSpPr>
            <a:spLocks noGrp="1"/>
          </p:cNvSpPr>
          <p:nvPr/>
        </p:nvSpPr>
        <p:spPr>
          <a:xfrm>
            <a:off x="13525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BF860277-15A0-42D1-AA2D-B3B68E01C478}"/>
              </a:ext>
            </a:extLst>
          </p:cNvPr>
          <p:cNvSpPr>
            <a:spLocks noGrp="1"/>
          </p:cNvSpPr>
          <p:nvPr/>
        </p:nvSpPr>
        <p:spPr>
          <a:xfrm>
            <a:off x="21717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F8464A17-9ACE-4CF6-9598-8B68B62CCB1F}"/>
              </a:ext>
            </a:extLst>
          </p:cNvPr>
          <p:cNvSpPr>
            <a:spLocks noGrp="1"/>
          </p:cNvSpPr>
          <p:nvPr/>
        </p:nvSpPr>
        <p:spPr>
          <a:xfrm>
            <a:off x="21717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C3181C12-3BDD-4C08-9FBF-5D5C344D610C}"/>
              </a:ext>
            </a:extLst>
          </p:cNvPr>
          <p:cNvSpPr>
            <a:spLocks noGrp="1"/>
          </p:cNvSpPr>
          <p:nvPr/>
        </p:nvSpPr>
        <p:spPr>
          <a:xfrm>
            <a:off x="2990850" y="5810250"/>
            <a:ext cx="742950" cy="361950"/>
          </a:xfrm>
          <a:prstGeom prst="rect">
            <a:avLst/>
          </a:prstGeom>
          <a:solidFill>
            <a:srgbClr val="FF8C42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77292A01-0C94-4286-88DD-7C68684DE9C7}"/>
              </a:ext>
            </a:extLst>
          </p:cNvPr>
          <p:cNvSpPr>
            <a:spLocks noGrp="1"/>
          </p:cNvSpPr>
          <p:nvPr/>
        </p:nvSpPr>
        <p:spPr>
          <a:xfrm>
            <a:off x="29908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814692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4DB5F801-C566-4142-9BD8-4A64E7F4E2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51C7DF8-8D00-45E4-88D8-ED580D97C4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2F4D572-E88B-4F7F-8BD3-0CE135C1C58A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D0DD34-9A20-4936-BB82-C4AE02EC93D1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UCS нәтижесі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029462-22AE-4BE1-9186-15A62F906DFF}"/>
              </a:ext>
            </a:extLst>
          </p:cNvPr>
          <p:cNvSpPr>
            <a:spLocks noGrp="1"/>
          </p:cNvSpPr>
          <p:nvPr/>
        </p:nvSpPr>
        <p:spPr>
          <a:xfrm>
            <a:off x="400050" y="603885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1A5D248-DB64-42D4-B227-774885DCAAB9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E0108A2-6B7B-4277-AEE0-DB36933F9BC7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476ACD-BBD6-43B6-91C2-B6178F3D36D7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E186668-5CA8-4CCD-B244-A72E3F8E73CD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784B61CF-B8F7-4F56-895F-04160712F6FC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6A7A474-E6F7-4F76-A5DB-7F5EF4118A29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F49F91E-B093-4672-9957-655E80D8058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884939C-91DA-4B26-B7D5-D7CA97B934F6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666875" cy="285750"/>
          </a:xfrm>
          <a:prstGeom prst="roundRect">
            <a:avLst>
              <a:gd name="adj" fmla="val 6667"/>
            </a:avLst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ED73EAC-D38C-47A2-817A-5AA9EA2D0CD0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5144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UCS • КАДР 2/2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DBA4B94-654D-4AFF-83C4-4843CEFC55A8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Ең арзан маршрут: S → B → D → E → G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5333843-6AC4-4DD0-9C85-9FD0312B4294}"/>
              </a:ext>
            </a:extLst>
          </p:cNvPr>
          <p:cNvSpPr>
            <a:spLocks noGrp="1"/>
          </p:cNvSpPr>
          <p:nvPr/>
        </p:nvSpPr>
        <p:spPr>
          <a:xfrm>
            <a:off x="1199579" y="3741801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B82534F-8C5B-4176-8F01-E338B12B0C10}"/>
              </a:ext>
            </a:extLst>
          </p:cNvPr>
          <p:cNvSpPr>
            <a:spLocks noGrp="1"/>
          </p:cNvSpPr>
          <p:nvPr/>
        </p:nvSpPr>
        <p:spPr>
          <a:xfrm>
            <a:off x="1199579" y="377151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A107D8D-298B-4738-B422-47873C3C05CD}"/>
              </a:ext>
            </a:extLst>
          </p:cNvPr>
          <p:cNvSpPr>
            <a:spLocks noGrp="1"/>
          </p:cNvSpPr>
          <p:nvPr/>
        </p:nvSpPr>
        <p:spPr>
          <a:xfrm>
            <a:off x="2871216" y="2293049"/>
            <a:ext cx="401193" cy="401193"/>
          </a:xfrm>
          <a:prstGeom prst="rect">
            <a:avLst/>
          </a:prstGeom>
          <a:solidFill>
            <a:srgbClr val="5A361D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568756-EEB7-4C29-B189-094A68F18A74}"/>
              </a:ext>
            </a:extLst>
          </p:cNvPr>
          <p:cNvSpPr>
            <a:spLocks noGrp="1"/>
          </p:cNvSpPr>
          <p:nvPr/>
        </p:nvSpPr>
        <p:spPr>
          <a:xfrm>
            <a:off x="2871216" y="232276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D3B1B3F-5120-426B-82D4-E1D5558B3D56}"/>
              </a:ext>
            </a:extLst>
          </p:cNvPr>
          <p:cNvSpPr>
            <a:spLocks noGrp="1"/>
          </p:cNvSpPr>
          <p:nvPr/>
        </p:nvSpPr>
        <p:spPr>
          <a:xfrm>
            <a:off x="2871216" y="4893374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422B3B2-25C0-4D87-937D-3B638145E2DD}"/>
              </a:ext>
            </a:extLst>
          </p:cNvPr>
          <p:cNvSpPr>
            <a:spLocks noGrp="1"/>
          </p:cNvSpPr>
          <p:nvPr/>
        </p:nvSpPr>
        <p:spPr>
          <a:xfrm>
            <a:off x="2871216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72347B9-0A1C-41A4-A187-40DEE2709027}"/>
              </a:ext>
            </a:extLst>
          </p:cNvPr>
          <p:cNvSpPr>
            <a:spLocks noGrp="1"/>
          </p:cNvSpPr>
          <p:nvPr/>
        </p:nvSpPr>
        <p:spPr>
          <a:xfrm>
            <a:off x="4840034" y="1995869"/>
            <a:ext cx="401193" cy="401193"/>
          </a:xfrm>
          <a:prstGeom prst="rect">
            <a:avLst/>
          </a:prstGeom>
          <a:solidFill>
            <a:srgbClr val="5A361D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64CAE08-36AB-4E93-8A4B-36EA4D998CBA}"/>
              </a:ext>
            </a:extLst>
          </p:cNvPr>
          <p:cNvSpPr>
            <a:spLocks noGrp="1"/>
          </p:cNvSpPr>
          <p:nvPr/>
        </p:nvSpPr>
        <p:spPr>
          <a:xfrm>
            <a:off x="4840034" y="202558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BF43D23-36F1-4E49-B9B3-96A0E70354CF}"/>
              </a:ext>
            </a:extLst>
          </p:cNvPr>
          <p:cNvSpPr>
            <a:spLocks noGrp="1"/>
          </p:cNvSpPr>
          <p:nvPr/>
        </p:nvSpPr>
        <p:spPr>
          <a:xfrm>
            <a:off x="4840034" y="3630359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3265AD4-9857-4741-8554-931C645A4472}"/>
              </a:ext>
            </a:extLst>
          </p:cNvPr>
          <p:cNvSpPr>
            <a:spLocks noGrp="1"/>
          </p:cNvSpPr>
          <p:nvPr/>
        </p:nvSpPr>
        <p:spPr>
          <a:xfrm>
            <a:off x="4840034" y="366007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7F076A7-7104-413C-B02E-32F2AF25621B}"/>
              </a:ext>
            </a:extLst>
          </p:cNvPr>
          <p:cNvSpPr>
            <a:spLocks noGrp="1"/>
          </p:cNvSpPr>
          <p:nvPr/>
        </p:nvSpPr>
        <p:spPr>
          <a:xfrm>
            <a:off x="6511671" y="4893374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767A6F6-0439-41A3-9CBF-09EFFE539D3B}"/>
              </a:ext>
            </a:extLst>
          </p:cNvPr>
          <p:cNvSpPr>
            <a:spLocks noGrp="1"/>
          </p:cNvSpPr>
          <p:nvPr/>
        </p:nvSpPr>
        <p:spPr>
          <a:xfrm>
            <a:off x="6511671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7C8BC70-3C00-49F1-B76D-6C7B85373DC3}"/>
              </a:ext>
            </a:extLst>
          </p:cNvPr>
          <p:cNvSpPr>
            <a:spLocks noGrp="1"/>
          </p:cNvSpPr>
          <p:nvPr/>
        </p:nvSpPr>
        <p:spPr>
          <a:xfrm>
            <a:off x="8146161" y="3296031"/>
            <a:ext cx="401193" cy="401193"/>
          </a:xfrm>
          <a:prstGeom prst="rect">
            <a:avLst/>
          </a:prstGeom>
          <a:solidFill>
            <a:srgbClr val="0E4D65"/>
          </a:solidFill>
          <a:ln w="9525">
            <a:solidFill>
              <a:srgbClr val="69E3F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0B8C7C8-042A-4554-9F3A-944E10669710}"/>
              </a:ext>
            </a:extLst>
          </p:cNvPr>
          <p:cNvSpPr>
            <a:spLocks noGrp="1"/>
          </p:cNvSpPr>
          <p:nvPr/>
        </p:nvSpPr>
        <p:spPr>
          <a:xfrm>
            <a:off x="8146161" y="332574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cxnSp>
        <p:nvCxnSpPr>
          <p:cNvPr id="111" name="Прямая со стрелкой 110"/>
          <p:cNvCxnSpPr>
            <a:stCxn id="16" idx="3"/>
            <a:endCxn id="18" idx="1"/>
          </p:cNvCxnSpPr>
          <p:nvPr/>
        </p:nvCxnSpPr>
        <p:spPr>
          <a:xfrm flipV="1">
            <a:off x="1600772" y="2493646"/>
            <a:ext cx="1270444" cy="144875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ED1D993C-E46B-4034-AE7F-C2B63AC48433}"/>
              </a:ext>
            </a:extLst>
          </p:cNvPr>
          <p:cNvSpPr>
            <a:spLocks noGrp="1"/>
          </p:cNvSpPr>
          <p:nvPr/>
        </p:nvSpPr>
        <p:spPr>
          <a:xfrm>
            <a:off x="2165414" y="3028569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AADA56F-8EDE-4902-8CF9-5F50D20E7044}"/>
              </a:ext>
            </a:extLst>
          </p:cNvPr>
          <p:cNvSpPr>
            <a:spLocks noGrp="1"/>
          </p:cNvSpPr>
          <p:nvPr/>
        </p:nvSpPr>
        <p:spPr>
          <a:xfrm>
            <a:off x="2172843" y="3043428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14" name="Прямая со стрелкой 113"/>
          <p:cNvCxnSpPr>
            <a:stCxn id="16" idx="3"/>
            <a:endCxn id="20" idx="1"/>
          </p:cNvCxnSpPr>
          <p:nvPr/>
        </p:nvCxnSpPr>
        <p:spPr>
          <a:xfrm>
            <a:off x="1600772" y="3942398"/>
            <a:ext cx="1270444" cy="1151573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A052B6C2-0D30-465E-BE48-49ECFB66C615}"/>
              </a:ext>
            </a:extLst>
          </p:cNvPr>
          <p:cNvSpPr>
            <a:spLocks noGrp="1"/>
          </p:cNvSpPr>
          <p:nvPr/>
        </p:nvSpPr>
        <p:spPr>
          <a:xfrm>
            <a:off x="2165414" y="461105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8840D7D-BF09-422A-A7F4-FBD8095CB576}"/>
              </a:ext>
            </a:extLst>
          </p:cNvPr>
          <p:cNvSpPr>
            <a:spLocks noGrp="1"/>
          </p:cNvSpPr>
          <p:nvPr/>
        </p:nvSpPr>
        <p:spPr>
          <a:xfrm>
            <a:off x="2172843" y="462591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17" name="Прямая со стрелкой 116"/>
          <p:cNvCxnSpPr>
            <a:stCxn id="18" idx="3"/>
            <a:endCxn id="22" idx="1"/>
          </p:cNvCxnSpPr>
          <p:nvPr/>
        </p:nvCxnSpPr>
        <p:spPr>
          <a:xfrm flipV="1">
            <a:off x="3272409" y="2196466"/>
            <a:ext cx="1567625" cy="29718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6149A39C-FD55-4724-B942-6D7B6CA5C933}"/>
              </a:ext>
            </a:extLst>
          </p:cNvPr>
          <p:cNvSpPr>
            <a:spLocks noGrp="1"/>
          </p:cNvSpPr>
          <p:nvPr/>
        </p:nvSpPr>
        <p:spPr>
          <a:xfrm>
            <a:off x="3948494" y="2211324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D8A7BA5F-28E7-4A31-8A6B-1D651F6AAA51}"/>
              </a:ext>
            </a:extLst>
          </p:cNvPr>
          <p:cNvSpPr>
            <a:spLocks noGrp="1"/>
          </p:cNvSpPr>
          <p:nvPr/>
        </p:nvSpPr>
        <p:spPr>
          <a:xfrm>
            <a:off x="3955923" y="2226183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0" name="Прямая со стрелкой 119"/>
          <p:cNvCxnSpPr>
            <a:stCxn id="18" idx="3"/>
            <a:endCxn id="24" idx="1"/>
          </p:cNvCxnSpPr>
          <p:nvPr/>
        </p:nvCxnSpPr>
        <p:spPr>
          <a:xfrm>
            <a:off x="3272409" y="2493646"/>
            <a:ext cx="1567625" cy="133731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0981A96B-B211-4A01-BA94-35FB2D34CCD0}"/>
              </a:ext>
            </a:extLst>
          </p:cNvPr>
          <p:cNvSpPr>
            <a:spLocks noGrp="1"/>
          </p:cNvSpPr>
          <p:nvPr/>
        </p:nvSpPr>
        <p:spPr>
          <a:xfrm>
            <a:off x="3948494" y="3088005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06839F85-436B-443B-AB6A-40C6633DCDD4}"/>
              </a:ext>
            </a:extLst>
          </p:cNvPr>
          <p:cNvSpPr>
            <a:spLocks noGrp="1"/>
          </p:cNvSpPr>
          <p:nvPr/>
        </p:nvSpPr>
        <p:spPr>
          <a:xfrm>
            <a:off x="3955923" y="3102864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23" name="Прямая со стрелкой 122"/>
          <p:cNvCxnSpPr>
            <a:stCxn id="20" idx="3"/>
            <a:endCxn id="24" idx="1"/>
          </p:cNvCxnSpPr>
          <p:nvPr/>
        </p:nvCxnSpPr>
        <p:spPr>
          <a:xfrm flipV="1">
            <a:off x="3272409" y="3830956"/>
            <a:ext cx="1567625" cy="1263015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230EB25D-59B2-4A8D-954A-FC0E178A5E13}"/>
              </a:ext>
            </a:extLst>
          </p:cNvPr>
          <p:cNvSpPr>
            <a:spLocks noGrp="1"/>
          </p:cNvSpPr>
          <p:nvPr/>
        </p:nvSpPr>
        <p:spPr>
          <a:xfrm>
            <a:off x="3948494" y="446246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E5C2BEFC-50D0-486F-88AC-4232E77C5BAA}"/>
              </a:ext>
            </a:extLst>
          </p:cNvPr>
          <p:cNvSpPr>
            <a:spLocks noGrp="1"/>
          </p:cNvSpPr>
          <p:nvPr/>
        </p:nvSpPr>
        <p:spPr>
          <a:xfrm>
            <a:off x="3955923" y="447732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6" name="Прямая со стрелкой 125"/>
          <p:cNvCxnSpPr>
            <a:stCxn id="20" idx="3"/>
            <a:endCxn id="26" idx="1"/>
          </p:cNvCxnSpPr>
          <p:nvPr/>
        </p:nvCxnSpPr>
        <p:spPr>
          <a:xfrm>
            <a:off x="3272409" y="5093971"/>
            <a:ext cx="323926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9A0E4F2B-1B8A-442C-8FF4-CF48AEA1597E}"/>
              </a:ext>
            </a:extLst>
          </p:cNvPr>
          <p:cNvSpPr>
            <a:spLocks noGrp="1"/>
          </p:cNvSpPr>
          <p:nvPr/>
        </p:nvSpPr>
        <p:spPr>
          <a:xfrm>
            <a:off x="4840034" y="509397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85F6798C-690F-4A0C-B92E-189917B963F9}"/>
              </a:ext>
            </a:extLst>
          </p:cNvPr>
          <p:cNvSpPr>
            <a:spLocks noGrp="1"/>
          </p:cNvSpPr>
          <p:nvPr/>
        </p:nvSpPr>
        <p:spPr>
          <a:xfrm>
            <a:off x="4847463" y="510882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29" name="Прямая со стрелкой 128"/>
          <p:cNvCxnSpPr>
            <a:stCxn id="22" idx="3"/>
            <a:endCxn id="28" idx="1"/>
          </p:cNvCxnSpPr>
          <p:nvPr/>
        </p:nvCxnSpPr>
        <p:spPr>
          <a:xfrm>
            <a:off x="5241227" y="2196466"/>
            <a:ext cx="2904934" cy="130016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2ABE8DD3-7150-468E-A6AB-B309FFD910F5}"/>
              </a:ext>
            </a:extLst>
          </p:cNvPr>
          <p:cNvSpPr>
            <a:spLocks noGrp="1"/>
          </p:cNvSpPr>
          <p:nvPr/>
        </p:nvSpPr>
        <p:spPr>
          <a:xfrm>
            <a:off x="6548819" y="253079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93D727B3-98AF-4F53-AD36-8596059BE357}"/>
              </a:ext>
            </a:extLst>
          </p:cNvPr>
          <p:cNvSpPr>
            <a:spLocks noGrp="1"/>
          </p:cNvSpPr>
          <p:nvPr/>
        </p:nvSpPr>
        <p:spPr>
          <a:xfrm>
            <a:off x="6556248" y="254565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32" name="Прямая со стрелкой 131"/>
          <p:cNvCxnSpPr>
            <a:stCxn id="24" idx="3"/>
            <a:endCxn id="26" idx="1"/>
          </p:cNvCxnSpPr>
          <p:nvPr/>
        </p:nvCxnSpPr>
        <p:spPr>
          <a:xfrm>
            <a:off x="5241227" y="3830956"/>
            <a:ext cx="1270444" cy="1263015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7D34B7BD-1B7F-4EFC-8075-B2920DC6B2FE}"/>
              </a:ext>
            </a:extLst>
          </p:cNvPr>
          <p:cNvSpPr>
            <a:spLocks noGrp="1"/>
          </p:cNvSpPr>
          <p:nvPr/>
        </p:nvSpPr>
        <p:spPr>
          <a:xfrm>
            <a:off x="5805869" y="449961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45E9817-E30D-45F1-894B-E8B505DA1F06}"/>
              </a:ext>
            </a:extLst>
          </p:cNvPr>
          <p:cNvSpPr>
            <a:spLocks noGrp="1"/>
          </p:cNvSpPr>
          <p:nvPr/>
        </p:nvSpPr>
        <p:spPr>
          <a:xfrm>
            <a:off x="5813298" y="451446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35" name="Прямая со стрелкой 134"/>
          <p:cNvCxnSpPr>
            <a:stCxn id="24" idx="3"/>
            <a:endCxn id="28" idx="1"/>
          </p:cNvCxnSpPr>
          <p:nvPr/>
        </p:nvCxnSpPr>
        <p:spPr>
          <a:xfrm flipV="1">
            <a:off x="5241227" y="3496628"/>
            <a:ext cx="2904934" cy="334328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7A06A317-3BD0-4590-8F3D-F2FC3A033F54}"/>
              </a:ext>
            </a:extLst>
          </p:cNvPr>
          <p:cNvSpPr>
            <a:spLocks noGrp="1"/>
          </p:cNvSpPr>
          <p:nvPr/>
        </p:nvSpPr>
        <p:spPr>
          <a:xfrm>
            <a:off x="6623114" y="3496627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6E5A93BF-4ED5-404E-96AD-BCFE895CE534}"/>
              </a:ext>
            </a:extLst>
          </p:cNvPr>
          <p:cNvSpPr>
            <a:spLocks noGrp="1"/>
          </p:cNvSpPr>
          <p:nvPr/>
        </p:nvSpPr>
        <p:spPr>
          <a:xfrm>
            <a:off x="6630543" y="3511486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38" name="Прямая со стрелкой 137"/>
          <p:cNvCxnSpPr>
            <a:stCxn id="26" idx="3"/>
            <a:endCxn id="28" idx="2"/>
          </p:cNvCxnSpPr>
          <p:nvPr/>
        </p:nvCxnSpPr>
        <p:spPr>
          <a:xfrm flipV="1">
            <a:off x="6912864" y="3697224"/>
            <a:ext cx="1433893" cy="1396747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A77D40C7-B4C9-44A9-AFD9-0960534A9549}"/>
              </a:ext>
            </a:extLst>
          </p:cNvPr>
          <p:cNvSpPr>
            <a:spLocks noGrp="1"/>
          </p:cNvSpPr>
          <p:nvPr/>
        </p:nvSpPr>
        <p:spPr>
          <a:xfrm>
            <a:off x="7440359" y="431387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CFF77C9A-40FA-4BB7-B5D1-0B90980708A2}"/>
              </a:ext>
            </a:extLst>
          </p:cNvPr>
          <p:cNvSpPr>
            <a:spLocks noGrp="1"/>
          </p:cNvSpPr>
          <p:nvPr/>
        </p:nvSpPr>
        <p:spPr>
          <a:xfrm>
            <a:off x="7447788" y="432873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DA77C429-496A-46D8-B1CD-FB8A6E863884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762250" cy="3143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36608C39-98A9-4B93-A93C-8A62EFFF2B80}"/>
              </a:ext>
            </a:extLst>
          </p:cNvPr>
          <p:cNvSpPr>
            <a:spLocks noGrp="1"/>
          </p:cNvSpPr>
          <p:nvPr/>
        </p:nvSpPr>
        <p:spPr>
          <a:xfrm>
            <a:off x="9096375" y="22479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125" b="1">
                <a:solidFill>
                  <a:srgbClr val="FF8C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8C42"/>
                </a:solidFill>
                <a:latin typeface="Arial"/>
                <a:ea typeface="Arial"/>
                <a:cs typeface="Arial"/>
              </a:rPr>
              <a:t>ЖОЛ ҚҰНЫ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8839A258-14D9-4B3B-9E01-CF23A4081243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3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B46F806A-4396-4E86-A9BA-5AB7E73249C1}"/>
              </a:ext>
            </a:extLst>
          </p:cNvPr>
          <p:cNvSpPr>
            <a:spLocks noGrp="1"/>
          </p:cNvSpPr>
          <p:nvPr/>
        </p:nvSpPr>
        <p:spPr>
          <a:xfrm>
            <a:off x="9096375" y="3343275"/>
            <a:ext cx="22860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EAD34047-3CA0-4F8D-9647-B4497781C049}"/>
              </a:ext>
            </a:extLst>
          </p:cNvPr>
          <p:cNvSpPr>
            <a:spLocks noGrp="1"/>
          </p:cNvSpPr>
          <p:nvPr/>
        </p:nvSpPr>
        <p:spPr>
          <a:xfrm>
            <a:off x="9096375" y="3571875"/>
            <a:ext cx="22860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1 + 2 + 1 + 1 = 5. 4 қабырға, бірақ ең арзан.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ABAE9BEA-6837-4700-8869-7B26A246C891}"/>
              </a:ext>
            </a:extLst>
          </p:cNvPr>
          <p:cNvSpPr>
            <a:spLocks noGrp="1"/>
          </p:cNvSpPr>
          <p:nvPr/>
        </p:nvSpPr>
        <p:spPr>
          <a:xfrm>
            <a:off x="9096375" y="4648200"/>
            <a:ext cx="2286000" cy="266700"/>
          </a:xfrm>
          <a:prstGeom prst="rect">
            <a:avLst/>
          </a:prstGeom>
          <a:solidFill>
            <a:srgbClr val="06121D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6D3A21A7-F24D-4978-8625-5C94BC8B2B9E}"/>
              </a:ext>
            </a:extLst>
          </p:cNvPr>
          <p:cNvSpPr>
            <a:spLocks noGrp="1"/>
          </p:cNvSpPr>
          <p:nvPr/>
        </p:nvSpPr>
        <p:spPr>
          <a:xfrm>
            <a:off x="9144000" y="47053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75" b="1">
                <a:solidFill>
                  <a:srgbClr val="FFD16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g(G)=1+2+1+1=5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88C7509-D3DD-4CBB-A1A9-0DFC31B19B93}"/>
              </a:ext>
            </a:extLst>
          </p:cNvPr>
          <p:cNvSpPr>
            <a:spLocks noGrp="1"/>
          </p:cNvSpPr>
          <p:nvPr/>
        </p:nvSpPr>
        <p:spPr>
          <a:xfrm>
            <a:off x="533400" y="5553075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Өту реті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C4FF3F3D-7A8A-4127-BD89-9D29FDF055BF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3FDF0436-6633-4679-8777-FBFF7652CA7E}"/>
              </a:ext>
            </a:extLst>
          </p:cNvPr>
          <p:cNvSpPr>
            <a:spLocks noGrp="1"/>
          </p:cNvSpPr>
          <p:nvPr/>
        </p:nvSpPr>
        <p:spPr>
          <a:xfrm>
            <a:off x="5334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B970DE11-2E8E-4B27-A917-E4CF8DE5DD4D}"/>
              </a:ext>
            </a:extLst>
          </p:cNvPr>
          <p:cNvSpPr>
            <a:spLocks noGrp="1"/>
          </p:cNvSpPr>
          <p:nvPr/>
        </p:nvSpPr>
        <p:spPr>
          <a:xfrm>
            <a:off x="13525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91F16CDF-0D91-4CE7-A070-5895C77503A6}"/>
              </a:ext>
            </a:extLst>
          </p:cNvPr>
          <p:cNvSpPr>
            <a:spLocks noGrp="1"/>
          </p:cNvSpPr>
          <p:nvPr/>
        </p:nvSpPr>
        <p:spPr>
          <a:xfrm>
            <a:off x="13525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31A7801F-A7F6-4FBC-8801-A2815D51EFA7}"/>
              </a:ext>
            </a:extLst>
          </p:cNvPr>
          <p:cNvSpPr>
            <a:spLocks noGrp="1"/>
          </p:cNvSpPr>
          <p:nvPr/>
        </p:nvSpPr>
        <p:spPr>
          <a:xfrm>
            <a:off x="21717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9BEAE49A-6358-48FE-BA0C-C8A7E8B1F098}"/>
              </a:ext>
            </a:extLst>
          </p:cNvPr>
          <p:cNvSpPr>
            <a:spLocks noGrp="1"/>
          </p:cNvSpPr>
          <p:nvPr/>
        </p:nvSpPr>
        <p:spPr>
          <a:xfrm>
            <a:off x="21717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F5256376-3960-479D-84B7-9FCE2C651BF5}"/>
              </a:ext>
            </a:extLst>
          </p:cNvPr>
          <p:cNvSpPr>
            <a:spLocks noGrp="1"/>
          </p:cNvSpPr>
          <p:nvPr/>
        </p:nvSpPr>
        <p:spPr>
          <a:xfrm>
            <a:off x="29908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4A62FE09-8673-4176-9AD6-33DC4A305088}"/>
              </a:ext>
            </a:extLst>
          </p:cNvPr>
          <p:cNvSpPr>
            <a:spLocks noGrp="1"/>
          </p:cNvSpPr>
          <p:nvPr/>
        </p:nvSpPr>
        <p:spPr>
          <a:xfrm>
            <a:off x="29908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C60AE95B-D311-4119-9461-68BC72FDE248}"/>
              </a:ext>
            </a:extLst>
          </p:cNvPr>
          <p:cNvSpPr>
            <a:spLocks noGrp="1"/>
          </p:cNvSpPr>
          <p:nvPr/>
        </p:nvSpPr>
        <p:spPr>
          <a:xfrm>
            <a:off x="38100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45FD1CFA-4A63-49B4-A40D-559BF3F96FD5}"/>
              </a:ext>
            </a:extLst>
          </p:cNvPr>
          <p:cNvSpPr>
            <a:spLocks noGrp="1"/>
          </p:cNvSpPr>
          <p:nvPr/>
        </p:nvSpPr>
        <p:spPr>
          <a:xfrm>
            <a:off x="38100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2466A374-2F97-45AF-8306-2CBE0838EA93}"/>
              </a:ext>
            </a:extLst>
          </p:cNvPr>
          <p:cNvSpPr>
            <a:spLocks noGrp="1"/>
          </p:cNvSpPr>
          <p:nvPr/>
        </p:nvSpPr>
        <p:spPr>
          <a:xfrm>
            <a:off x="46291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55161DC9-2351-4125-BE8D-EF7D7F0031E8}"/>
              </a:ext>
            </a:extLst>
          </p:cNvPr>
          <p:cNvSpPr>
            <a:spLocks noGrp="1"/>
          </p:cNvSpPr>
          <p:nvPr/>
        </p:nvSpPr>
        <p:spPr>
          <a:xfrm>
            <a:off x="46291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5B836894-7E06-4A0B-B3CD-AE0B3C7588E1}"/>
              </a:ext>
            </a:extLst>
          </p:cNvPr>
          <p:cNvSpPr>
            <a:spLocks noGrp="1"/>
          </p:cNvSpPr>
          <p:nvPr/>
        </p:nvSpPr>
        <p:spPr>
          <a:xfrm>
            <a:off x="5448300" y="5810250"/>
            <a:ext cx="742950" cy="361950"/>
          </a:xfrm>
          <a:prstGeom prst="rect">
            <a:avLst/>
          </a:prstGeom>
          <a:solidFill>
            <a:srgbClr val="FF8C42"/>
          </a:solidFill>
          <a:ln w="9525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A654E878-BF93-454A-94CE-BDC76E0844A9}"/>
              </a:ext>
            </a:extLst>
          </p:cNvPr>
          <p:cNvSpPr>
            <a:spLocks noGrp="1"/>
          </p:cNvSpPr>
          <p:nvPr/>
        </p:nvSpPr>
        <p:spPr>
          <a:xfrm>
            <a:off x="54483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086222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2400F625-73BB-4577-AA5C-E37C30AF91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077001-BA59-479C-884C-D61D1552CF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D0F6EF1-839C-4FC6-8AAE-220D3DE46726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04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FC5362E-6ECF-4132-958C-BC3E6514ACCD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A* — heuristic-пен іздеу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B53E4D3-358D-4420-A065-852589A264FD}"/>
              </a:ext>
            </a:extLst>
          </p:cNvPr>
          <p:cNvSpPr>
            <a:spLocks noGrp="1"/>
          </p:cNvSpPr>
          <p:nvPr/>
        </p:nvSpPr>
        <p:spPr>
          <a:xfrm>
            <a:off x="10991850" y="61150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0BF2438-891D-4470-BA81-A6D18C613DF1}"/>
              </a:ext>
            </a:extLst>
          </p:cNvPr>
          <p:cNvSpPr>
            <a:spLocks noGrp="1"/>
          </p:cNvSpPr>
          <p:nvPr/>
        </p:nvSpPr>
        <p:spPr>
          <a:xfrm>
            <a:off x="11201400" y="611505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7038AA9-3DD8-459A-A0E1-632D96C3CE34}"/>
              </a:ext>
            </a:extLst>
          </p:cNvPr>
          <p:cNvSpPr>
            <a:spLocks noGrp="1"/>
          </p:cNvSpPr>
          <p:nvPr/>
        </p:nvSpPr>
        <p:spPr>
          <a:xfrm>
            <a:off x="11410950" y="590550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0B6BA3F-9DFB-4EDA-AC25-D5699D300387}"/>
              </a:ext>
            </a:extLst>
          </p:cNvPr>
          <p:cNvSpPr>
            <a:spLocks noGrp="1"/>
          </p:cNvSpPr>
          <p:nvPr/>
        </p:nvSpPr>
        <p:spPr>
          <a:xfrm>
            <a:off x="11410950" y="61150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9D6EF33-8F02-4BE7-9620-A110F9AC93A7}"/>
              </a:ext>
            </a:extLst>
          </p:cNvPr>
          <p:cNvSpPr>
            <a:spLocks noGrp="1"/>
          </p:cNvSpPr>
          <p:nvPr/>
        </p:nvSpPr>
        <p:spPr>
          <a:xfrm>
            <a:off x="11620500" y="59055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77BFAB6E-F5C2-48F1-8E9F-C47C429A40C3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F35C32-A337-4010-94B7-B82FB30B2A00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83DC924-493F-430F-AA88-6715C33950CB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65A9EA6-8E7C-4FFE-8318-2207220B4267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562100" cy="285750"/>
          </a:xfrm>
          <a:prstGeom prst="roundRect">
            <a:avLst>
              <a:gd name="adj" fmla="val 6667"/>
            </a:avLst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D55D87D-81B5-4349-BAA5-58CC391FC5C4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4097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АЛГОРИТМ 04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7D2E301-DCDA-4809-9A46-5834CCC85D1B}"/>
              </a:ext>
            </a:extLst>
          </p:cNvPr>
          <p:cNvSpPr>
            <a:spLocks noGrp="1"/>
          </p:cNvSpPr>
          <p:nvPr/>
        </p:nvSpPr>
        <p:spPr>
          <a:xfrm>
            <a:off x="533400" y="1685925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0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Ең кіші f(n) алдымен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627AE45-FE9A-44C6-AC16-64AC2BA23AB9}"/>
              </a:ext>
            </a:extLst>
          </p:cNvPr>
          <p:cNvSpPr>
            <a:spLocks noGrp="1"/>
          </p:cNvSpPr>
          <p:nvPr/>
        </p:nvSpPr>
        <p:spPr>
          <a:xfrm>
            <a:off x="533400" y="2295525"/>
            <a:ext cx="47053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Priority queue. h(n) бағыт береді. Бұл мысалда h Goal-ға дейінгі төменгі баға.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ED20B88-AF58-4EF8-8DB0-7A18C138953E}"/>
              </a:ext>
            </a:extLst>
          </p:cNvPr>
          <p:cNvSpPr>
            <a:spLocks noGrp="1"/>
          </p:cNvSpPr>
          <p:nvPr/>
        </p:nvSpPr>
        <p:spPr>
          <a:xfrm>
            <a:off x="533400" y="33147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0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FRONTIER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129C7C0-DADD-4D8C-A312-7F6D74934E95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1">
                <a:solidFill>
                  <a:srgbClr val="8AC9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AC926"/>
                </a:solidFill>
                <a:latin typeface="Arial"/>
                <a:ea typeface="Arial"/>
                <a:cs typeface="Arial"/>
              </a:rPr>
              <a:t>MIN-HEAP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F0F2A27-2DFF-465A-B6A7-3DAACEE16BFD}"/>
              </a:ext>
            </a:extLst>
          </p:cNvPr>
          <p:cNvSpPr>
            <a:spLocks noGrp="1"/>
          </p:cNvSpPr>
          <p:nvPr/>
        </p:nvSpPr>
        <p:spPr>
          <a:xfrm>
            <a:off x="2743200" y="33147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0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БАСЫМДЫҚ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35C6727-BE3F-4358-A726-4873FE353231}"/>
              </a:ext>
            </a:extLst>
          </p:cNvPr>
          <p:cNvSpPr>
            <a:spLocks noGrp="1"/>
          </p:cNvSpPr>
          <p:nvPr/>
        </p:nvSpPr>
        <p:spPr>
          <a:xfrm>
            <a:off x="2743200" y="35052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00" b="1">
                <a:solidFill>
                  <a:srgbClr val="8AC9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AC926"/>
                </a:solidFill>
                <a:latin typeface="Arial"/>
                <a:ea typeface="Arial"/>
                <a:cs typeface="Arial"/>
              </a:rPr>
              <a:t>f=g+h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7A8CAA8-7D51-4A75-A30A-0CAE01ABAE00}"/>
              </a:ext>
            </a:extLst>
          </p:cNvPr>
          <p:cNvSpPr>
            <a:spLocks noGrp="1"/>
          </p:cNvSpPr>
          <p:nvPr/>
        </p:nvSpPr>
        <p:spPr>
          <a:xfrm>
            <a:off x="533400" y="4162425"/>
            <a:ext cx="4762500" cy="1771650"/>
          </a:xfrm>
          <a:prstGeom prst="rect">
            <a:avLst/>
          </a:prstGeom>
          <a:solidFill>
            <a:srgbClr val="06121D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CDB7434-EF27-4598-A440-7207BF672750}"/>
              </a:ext>
            </a:extLst>
          </p:cNvPr>
          <p:cNvSpPr>
            <a:spLocks noGrp="1"/>
          </p:cNvSpPr>
          <p:nvPr/>
        </p:nvSpPr>
        <p:spPr>
          <a:xfrm>
            <a:off x="704850" y="4324350"/>
            <a:ext cx="44196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push((h[start], 0, start))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while heap: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f, g, u = heappop(heap)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if u == goal: break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for v, w in graph[u]: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  ng = g + w</a:t>
            </a:r>
          </a:p>
          <a:p>
            <a:pPr algn="l">
              <a:lnSpc>
                <a:spcPct val="92000"/>
              </a:lnSpc>
              <a:buNone/>
              <a:defRPr sz="1125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  push((ng + h[v], ng, v))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2070FE1-5413-45B2-A0D4-77394402F4C7}"/>
              </a:ext>
            </a:extLst>
          </p:cNvPr>
          <p:cNvSpPr>
            <a:spLocks noGrp="1"/>
          </p:cNvSpPr>
          <p:nvPr/>
        </p:nvSpPr>
        <p:spPr>
          <a:xfrm>
            <a:off x="6049423" y="2895219"/>
            <a:ext cx="293180" cy="293180"/>
          </a:xfrm>
          <a:prstGeom prst="rect">
            <a:avLst/>
          </a:prstGeom>
          <a:solidFill>
            <a:srgbClr val="52213F"/>
          </a:solidFill>
          <a:ln w="9525">
            <a:solidFill>
              <a:srgbClr val="F15BB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D33C74E-19ED-4CE8-8231-51A6BE254F49}"/>
              </a:ext>
            </a:extLst>
          </p:cNvPr>
          <p:cNvSpPr>
            <a:spLocks noGrp="1"/>
          </p:cNvSpPr>
          <p:nvPr/>
        </p:nvSpPr>
        <p:spPr>
          <a:xfrm>
            <a:off x="6049423" y="2916936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1DBC041-8EF6-42EA-A41F-19F3636664CF}"/>
              </a:ext>
            </a:extLst>
          </p:cNvPr>
          <p:cNvSpPr>
            <a:spLocks noGrp="1"/>
          </p:cNvSpPr>
          <p:nvPr/>
        </p:nvSpPr>
        <p:spPr>
          <a:xfrm>
            <a:off x="5992273" y="3226403"/>
            <a:ext cx="407480" cy="977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h=5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F64C4E7-69B5-4247-87D8-D1C58B099A70}"/>
              </a:ext>
            </a:extLst>
          </p:cNvPr>
          <p:cNvSpPr>
            <a:spLocks noGrp="1"/>
          </p:cNvSpPr>
          <p:nvPr/>
        </p:nvSpPr>
        <p:spPr>
          <a:xfrm>
            <a:off x="7271004" y="1836515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C5B10A6-D974-486C-A8DD-24C79EF49F64}"/>
              </a:ext>
            </a:extLst>
          </p:cNvPr>
          <p:cNvSpPr>
            <a:spLocks noGrp="1"/>
          </p:cNvSpPr>
          <p:nvPr/>
        </p:nvSpPr>
        <p:spPr>
          <a:xfrm>
            <a:off x="7271004" y="1858232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90FE69E-4AB5-4B8D-936E-36435D96C7E2}"/>
              </a:ext>
            </a:extLst>
          </p:cNvPr>
          <p:cNvSpPr>
            <a:spLocks noGrp="1"/>
          </p:cNvSpPr>
          <p:nvPr/>
        </p:nvSpPr>
        <p:spPr>
          <a:xfrm>
            <a:off x="7213854" y="2167700"/>
            <a:ext cx="407480" cy="977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h=8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66A2B7-E4FD-4445-8275-F4F681000442}"/>
              </a:ext>
            </a:extLst>
          </p:cNvPr>
          <p:cNvSpPr>
            <a:spLocks noGrp="1"/>
          </p:cNvSpPr>
          <p:nvPr/>
        </p:nvSpPr>
        <p:spPr>
          <a:xfrm>
            <a:off x="7271004" y="3736753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5040D97-5EC3-48B2-9857-5657B7485DA1}"/>
              </a:ext>
            </a:extLst>
          </p:cNvPr>
          <p:cNvSpPr>
            <a:spLocks noGrp="1"/>
          </p:cNvSpPr>
          <p:nvPr/>
        </p:nvSpPr>
        <p:spPr>
          <a:xfrm>
            <a:off x="7271004" y="3758470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35BE96D-C60E-4A67-A829-2925F6FD873F}"/>
              </a:ext>
            </a:extLst>
          </p:cNvPr>
          <p:cNvSpPr>
            <a:spLocks noGrp="1"/>
          </p:cNvSpPr>
          <p:nvPr/>
        </p:nvSpPr>
        <p:spPr>
          <a:xfrm>
            <a:off x="7213854" y="4067937"/>
            <a:ext cx="407480" cy="977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h=4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FB02540-9A15-46C0-908E-2576CAB234C4}"/>
              </a:ext>
            </a:extLst>
          </p:cNvPr>
          <p:cNvSpPr>
            <a:spLocks noGrp="1"/>
          </p:cNvSpPr>
          <p:nvPr/>
        </p:nvSpPr>
        <p:spPr>
          <a:xfrm>
            <a:off x="8709755" y="1619345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C761B0C-33EC-47FC-A2C6-8578BF6F7223}"/>
              </a:ext>
            </a:extLst>
          </p:cNvPr>
          <p:cNvSpPr>
            <a:spLocks noGrp="1"/>
          </p:cNvSpPr>
          <p:nvPr/>
        </p:nvSpPr>
        <p:spPr>
          <a:xfrm>
            <a:off x="8709755" y="1641062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0C71678-1EDF-4AC6-A86B-C000BB59151D}"/>
              </a:ext>
            </a:extLst>
          </p:cNvPr>
          <p:cNvSpPr>
            <a:spLocks noGrp="1"/>
          </p:cNvSpPr>
          <p:nvPr/>
        </p:nvSpPr>
        <p:spPr>
          <a:xfrm>
            <a:off x="8652605" y="1950529"/>
            <a:ext cx="407480" cy="977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h=6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F6378D20-D900-4A05-B41E-1E51343A4794}"/>
              </a:ext>
            </a:extLst>
          </p:cNvPr>
          <p:cNvSpPr>
            <a:spLocks noGrp="1"/>
          </p:cNvSpPr>
          <p:nvPr/>
        </p:nvSpPr>
        <p:spPr>
          <a:xfrm>
            <a:off x="8709755" y="2813780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FE6D9BA4-2E86-456A-AAFC-9DCF1D28E415}"/>
              </a:ext>
            </a:extLst>
          </p:cNvPr>
          <p:cNvSpPr>
            <a:spLocks noGrp="1"/>
          </p:cNvSpPr>
          <p:nvPr/>
        </p:nvSpPr>
        <p:spPr>
          <a:xfrm>
            <a:off x="8709755" y="2835497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9CC5AEE-5DE5-49F4-9FE5-A177AE1C9C7A}"/>
              </a:ext>
            </a:extLst>
          </p:cNvPr>
          <p:cNvSpPr>
            <a:spLocks noGrp="1"/>
          </p:cNvSpPr>
          <p:nvPr/>
        </p:nvSpPr>
        <p:spPr>
          <a:xfrm>
            <a:off x="8652605" y="3144964"/>
            <a:ext cx="407480" cy="977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h=2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A092DA35-2CF4-4529-A8C9-ABB7A83BE8EB}"/>
              </a:ext>
            </a:extLst>
          </p:cNvPr>
          <p:cNvSpPr>
            <a:spLocks noGrp="1"/>
          </p:cNvSpPr>
          <p:nvPr/>
        </p:nvSpPr>
        <p:spPr>
          <a:xfrm>
            <a:off x="9931336" y="3736753"/>
            <a:ext cx="293180" cy="293180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EC51931-7155-45CB-BC25-68B29CBDB7A3}"/>
              </a:ext>
            </a:extLst>
          </p:cNvPr>
          <p:cNvSpPr>
            <a:spLocks noGrp="1"/>
          </p:cNvSpPr>
          <p:nvPr/>
        </p:nvSpPr>
        <p:spPr>
          <a:xfrm>
            <a:off x="9931336" y="3758470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DAC80283-FD64-4417-9CB4-C71456D0BF20}"/>
              </a:ext>
            </a:extLst>
          </p:cNvPr>
          <p:cNvSpPr>
            <a:spLocks noGrp="1"/>
          </p:cNvSpPr>
          <p:nvPr/>
        </p:nvSpPr>
        <p:spPr>
          <a:xfrm>
            <a:off x="9874186" y="4067937"/>
            <a:ext cx="407480" cy="977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h=1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3153C5CE-26B4-4DC8-8CFE-758281FCC1E9}"/>
              </a:ext>
            </a:extLst>
          </p:cNvPr>
          <p:cNvSpPr>
            <a:spLocks noGrp="1"/>
          </p:cNvSpPr>
          <p:nvPr/>
        </p:nvSpPr>
        <p:spPr>
          <a:xfrm>
            <a:off x="11125771" y="2569464"/>
            <a:ext cx="293180" cy="293180"/>
          </a:xfrm>
          <a:prstGeom prst="rect">
            <a:avLst/>
          </a:prstGeom>
          <a:solidFill>
            <a:srgbClr val="314B12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2C2FB818-B456-4314-9922-A37BECE1BB61}"/>
              </a:ext>
            </a:extLst>
          </p:cNvPr>
          <p:cNvSpPr>
            <a:spLocks noGrp="1"/>
          </p:cNvSpPr>
          <p:nvPr/>
        </p:nvSpPr>
        <p:spPr>
          <a:xfrm>
            <a:off x="11125771" y="2591181"/>
            <a:ext cx="293180" cy="131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32"/>
          </a:bodyPr>
          <a:lstStyle/>
          <a:p>
            <a:pPr algn="ctr">
              <a:lnSpc>
                <a:spcPct val="96000"/>
              </a:lnSpc>
              <a:buNone/>
              <a:defRPr sz="940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040EA2C-3366-421F-89AA-0086DC7E4BBF}"/>
              </a:ext>
            </a:extLst>
          </p:cNvPr>
          <p:cNvSpPr>
            <a:spLocks noGrp="1"/>
          </p:cNvSpPr>
          <p:nvPr/>
        </p:nvSpPr>
        <p:spPr>
          <a:xfrm>
            <a:off x="11068621" y="2900648"/>
            <a:ext cx="407480" cy="977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h=0</a:t>
            </a:r>
          </a:p>
        </p:txBody>
      </p:sp>
      <p:cxnSp>
        <p:nvCxnSpPr>
          <p:cNvPr id="119" name="Прямая со стрелкой 118"/>
          <p:cNvCxnSpPr>
            <a:stCxn id="23" idx="3"/>
            <a:endCxn id="26" idx="1"/>
          </p:cNvCxnSpPr>
          <p:nvPr/>
        </p:nvCxnSpPr>
        <p:spPr>
          <a:xfrm flipV="1">
            <a:off x="6342603" y="1983105"/>
            <a:ext cx="928401" cy="1058704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CE205C81-1AFA-4437-ADBC-F6DDDE2FC85A}"/>
              </a:ext>
            </a:extLst>
          </p:cNvPr>
          <p:cNvSpPr>
            <a:spLocks noGrp="1"/>
          </p:cNvSpPr>
          <p:nvPr/>
        </p:nvSpPr>
        <p:spPr>
          <a:xfrm>
            <a:off x="6755225" y="237401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0DB13FA-B68B-4708-8892-A9EF31CD2FCF}"/>
              </a:ext>
            </a:extLst>
          </p:cNvPr>
          <p:cNvSpPr>
            <a:spLocks noGrp="1"/>
          </p:cNvSpPr>
          <p:nvPr/>
        </p:nvSpPr>
        <p:spPr>
          <a:xfrm>
            <a:off x="6760655" y="238487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2" name="Прямая со стрелкой 121"/>
          <p:cNvCxnSpPr>
            <a:stCxn id="23" idx="3"/>
            <a:endCxn id="29" idx="1"/>
          </p:cNvCxnSpPr>
          <p:nvPr/>
        </p:nvCxnSpPr>
        <p:spPr>
          <a:xfrm>
            <a:off x="6342603" y="3041809"/>
            <a:ext cx="928401" cy="841534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7AA00256-6AF2-42B1-BE2E-D13120EBB4DC}"/>
              </a:ext>
            </a:extLst>
          </p:cNvPr>
          <p:cNvSpPr>
            <a:spLocks noGrp="1"/>
          </p:cNvSpPr>
          <p:nvPr/>
        </p:nvSpPr>
        <p:spPr>
          <a:xfrm>
            <a:off x="6755225" y="353044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6AFCCEBC-DDF6-40DD-A7C5-0C0E309E4F47}"/>
              </a:ext>
            </a:extLst>
          </p:cNvPr>
          <p:cNvSpPr>
            <a:spLocks noGrp="1"/>
          </p:cNvSpPr>
          <p:nvPr/>
        </p:nvSpPr>
        <p:spPr>
          <a:xfrm>
            <a:off x="6760655" y="354130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25" name="Прямая со стрелкой 124"/>
          <p:cNvCxnSpPr>
            <a:stCxn id="26" idx="3"/>
            <a:endCxn id="32" idx="1"/>
          </p:cNvCxnSpPr>
          <p:nvPr/>
        </p:nvCxnSpPr>
        <p:spPr>
          <a:xfrm flipV="1">
            <a:off x="7564184" y="1765935"/>
            <a:ext cx="1145571" cy="21717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A855E471-1537-4DB2-9581-64AD4573225B}"/>
              </a:ext>
            </a:extLst>
          </p:cNvPr>
          <p:cNvSpPr>
            <a:spLocks noGrp="1"/>
          </p:cNvSpPr>
          <p:nvPr/>
        </p:nvSpPr>
        <p:spPr>
          <a:xfrm>
            <a:off x="8058245" y="1776794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24AE6ECD-8119-4824-B680-9D81DB8EDA66}"/>
              </a:ext>
            </a:extLst>
          </p:cNvPr>
          <p:cNvSpPr>
            <a:spLocks noGrp="1"/>
          </p:cNvSpPr>
          <p:nvPr/>
        </p:nvSpPr>
        <p:spPr>
          <a:xfrm>
            <a:off x="8063674" y="1787652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8" name="Прямая со стрелкой 127"/>
          <p:cNvCxnSpPr>
            <a:stCxn id="26" idx="3"/>
            <a:endCxn id="35" idx="1"/>
          </p:cNvCxnSpPr>
          <p:nvPr/>
        </p:nvCxnSpPr>
        <p:spPr>
          <a:xfrm>
            <a:off x="7564184" y="1983105"/>
            <a:ext cx="1145571" cy="977265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48A94CDB-4A98-411F-9B62-646CDD36915E}"/>
              </a:ext>
            </a:extLst>
          </p:cNvPr>
          <p:cNvSpPr>
            <a:spLocks noGrp="1"/>
          </p:cNvSpPr>
          <p:nvPr/>
        </p:nvSpPr>
        <p:spPr>
          <a:xfrm>
            <a:off x="8058245" y="2417445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A3E51082-FADD-4A9C-B9EA-AA3C15554AE2}"/>
              </a:ext>
            </a:extLst>
          </p:cNvPr>
          <p:cNvSpPr>
            <a:spLocks noGrp="1"/>
          </p:cNvSpPr>
          <p:nvPr/>
        </p:nvSpPr>
        <p:spPr>
          <a:xfrm>
            <a:off x="8063674" y="2428304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31" name="Прямая со стрелкой 130"/>
          <p:cNvCxnSpPr>
            <a:stCxn id="29" idx="3"/>
            <a:endCxn id="35" idx="1"/>
          </p:cNvCxnSpPr>
          <p:nvPr/>
        </p:nvCxnSpPr>
        <p:spPr>
          <a:xfrm flipV="1">
            <a:off x="7564184" y="2960370"/>
            <a:ext cx="1145571" cy="9229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E642FE34-6043-4876-8D60-84BC2EC4FB85}"/>
              </a:ext>
            </a:extLst>
          </p:cNvPr>
          <p:cNvSpPr>
            <a:spLocks noGrp="1"/>
          </p:cNvSpPr>
          <p:nvPr/>
        </p:nvSpPr>
        <p:spPr>
          <a:xfrm>
            <a:off x="8058245" y="3421856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9E9BA2BF-AF74-48D5-9557-61B8CF3CA8D0}"/>
              </a:ext>
            </a:extLst>
          </p:cNvPr>
          <p:cNvSpPr>
            <a:spLocks noGrp="1"/>
          </p:cNvSpPr>
          <p:nvPr/>
        </p:nvSpPr>
        <p:spPr>
          <a:xfrm>
            <a:off x="8063674" y="3432715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34" name="Прямая со стрелкой 133"/>
          <p:cNvCxnSpPr>
            <a:stCxn id="29" idx="3"/>
            <a:endCxn id="38" idx="1"/>
          </p:cNvCxnSpPr>
          <p:nvPr/>
        </p:nvCxnSpPr>
        <p:spPr>
          <a:xfrm>
            <a:off x="7564184" y="3883343"/>
            <a:ext cx="236715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0" name="Прямоугольник: скругленные углы 59">
            <a:extLst>
              <a:ext uri="{FF2B5EF4-FFF2-40B4-BE49-F238E27FC236}">
                <a16:creationId xmlns:a16="http://schemas.microsoft.com/office/drawing/2014/main" id="{6E07BFC4-27B8-4637-8FAE-13CF854059E9}"/>
              </a:ext>
            </a:extLst>
          </p:cNvPr>
          <p:cNvSpPr>
            <a:spLocks noGrp="1"/>
          </p:cNvSpPr>
          <p:nvPr/>
        </p:nvSpPr>
        <p:spPr>
          <a:xfrm>
            <a:off x="8709755" y="3883343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B670DEDC-785F-4F7C-B6F4-272C8E71B2D5}"/>
              </a:ext>
            </a:extLst>
          </p:cNvPr>
          <p:cNvSpPr>
            <a:spLocks noGrp="1"/>
          </p:cNvSpPr>
          <p:nvPr/>
        </p:nvSpPr>
        <p:spPr>
          <a:xfrm>
            <a:off x="8715185" y="3894201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37" name="Прямая со стрелкой 136"/>
          <p:cNvCxnSpPr>
            <a:stCxn id="32" idx="3"/>
            <a:endCxn id="41" idx="1"/>
          </p:cNvCxnSpPr>
          <p:nvPr/>
        </p:nvCxnSpPr>
        <p:spPr>
          <a:xfrm>
            <a:off x="9002935" y="1765935"/>
            <a:ext cx="2122836" cy="950119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3" name="Прямоугольник: скругленные углы 62">
            <a:extLst>
              <a:ext uri="{FF2B5EF4-FFF2-40B4-BE49-F238E27FC236}">
                <a16:creationId xmlns:a16="http://schemas.microsoft.com/office/drawing/2014/main" id="{551BD7AD-7814-4C0F-8725-2DE0EC68F2DF}"/>
              </a:ext>
            </a:extLst>
          </p:cNvPr>
          <p:cNvSpPr>
            <a:spLocks noGrp="1"/>
          </p:cNvSpPr>
          <p:nvPr/>
        </p:nvSpPr>
        <p:spPr>
          <a:xfrm>
            <a:off x="9958483" y="201025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4F99193D-061F-4D72-AF69-D48EC4F47EA8}"/>
              </a:ext>
            </a:extLst>
          </p:cNvPr>
          <p:cNvSpPr>
            <a:spLocks noGrp="1"/>
          </p:cNvSpPr>
          <p:nvPr/>
        </p:nvSpPr>
        <p:spPr>
          <a:xfrm>
            <a:off x="9963912" y="202111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40" name="Прямая со стрелкой 139"/>
          <p:cNvCxnSpPr>
            <a:stCxn id="35" idx="3"/>
            <a:endCxn id="38" idx="1"/>
          </p:cNvCxnSpPr>
          <p:nvPr/>
        </p:nvCxnSpPr>
        <p:spPr>
          <a:xfrm>
            <a:off x="9002935" y="2960370"/>
            <a:ext cx="928401" cy="922973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6" name="Прямоугольник: скругленные углы 65">
            <a:extLst>
              <a:ext uri="{FF2B5EF4-FFF2-40B4-BE49-F238E27FC236}">
                <a16:creationId xmlns:a16="http://schemas.microsoft.com/office/drawing/2014/main" id="{D6261EBA-6F1D-46B4-805C-6EFCCF599E54}"/>
              </a:ext>
            </a:extLst>
          </p:cNvPr>
          <p:cNvSpPr>
            <a:spLocks noGrp="1"/>
          </p:cNvSpPr>
          <p:nvPr/>
        </p:nvSpPr>
        <p:spPr>
          <a:xfrm>
            <a:off x="9415558" y="3449002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0B013CE-6D2C-42D7-AEF5-6A826534281A}"/>
              </a:ext>
            </a:extLst>
          </p:cNvPr>
          <p:cNvSpPr>
            <a:spLocks noGrp="1"/>
          </p:cNvSpPr>
          <p:nvPr/>
        </p:nvSpPr>
        <p:spPr>
          <a:xfrm>
            <a:off x="9420987" y="3459861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43" name="Прямая со стрелкой 142"/>
          <p:cNvCxnSpPr>
            <a:stCxn id="35" idx="3"/>
            <a:endCxn id="41" idx="1"/>
          </p:cNvCxnSpPr>
          <p:nvPr/>
        </p:nvCxnSpPr>
        <p:spPr>
          <a:xfrm flipV="1">
            <a:off x="9002935" y="2716054"/>
            <a:ext cx="2122836" cy="244316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D54BBA86-F87E-400D-B43E-C31ADA294619}"/>
              </a:ext>
            </a:extLst>
          </p:cNvPr>
          <p:cNvSpPr>
            <a:spLocks noGrp="1"/>
          </p:cNvSpPr>
          <p:nvPr/>
        </p:nvSpPr>
        <p:spPr>
          <a:xfrm>
            <a:off x="10012775" y="2716054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B8C8F6B3-9E17-49A0-82C4-96B06E2D362D}"/>
              </a:ext>
            </a:extLst>
          </p:cNvPr>
          <p:cNvSpPr>
            <a:spLocks noGrp="1"/>
          </p:cNvSpPr>
          <p:nvPr/>
        </p:nvSpPr>
        <p:spPr>
          <a:xfrm>
            <a:off x="10018205" y="2726912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46" name="Прямая со стрелкой 145"/>
          <p:cNvCxnSpPr>
            <a:stCxn id="38" idx="0"/>
            <a:endCxn id="41" idx="1"/>
          </p:cNvCxnSpPr>
          <p:nvPr/>
        </p:nvCxnSpPr>
        <p:spPr>
          <a:xfrm flipV="1">
            <a:off x="10077926" y="2716054"/>
            <a:ext cx="1047845" cy="1020699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72" name="Прямоугольник: скругленные углы 71">
            <a:extLst>
              <a:ext uri="{FF2B5EF4-FFF2-40B4-BE49-F238E27FC236}">
                <a16:creationId xmlns:a16="http://schemas.microsoft.com/office/drawing/2014/main" id="{B26B3F2E-49B7-4C4D-87AE-D106FC19E497}"/>
              </a:ext>
            </a:extLst>
          </p:cNvPr>
          <p:cNvSpPr>
            <a:spLocks noGrp="1"/>
          </p:cNvSpPr>
          <p:nvPr/>
        </p:nvSpPr>
        <p:spPr>
          <a:xfrm>
            <a:off x="10609993" y="3313271"/>
            <a:ext cx="135731" cy="108585"/>
          </a:xfrm>
          <a:prstGeom prst="roundRect">
            <a:avLst>
              <a:gd name="adj" fmla="val 8772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99F158A8-BED0-46AE-9E29-4D9BC2F785BC}"/>
              </a:ext>
            </a:extLst>
          </p:cNvPr>
          <p:cNvSpPr>
            <a:spLocks noGrp="1"/>
          </p:cNvSpPr>
          <p:nvPr/>
        </p:nvSpPr>
        <p:spPr>
          <a:xfrm>
            <a:off x="10615422" y="3324130"/>
            <a:ext cx="119443" cy="868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470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470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DCCCEB5B-6C5C-4C9D-8B6B-2FAB49FFDCF9}"/>
              </a:ext>
            </a:extLst>
          </p:cNvPr>
          <p:cNvSpPr>
            <a:spLocks noGrp="1"/>
          </p:cNvSpPr>
          <p:nvPr/>
        </p:nvSpPr>
        <p:spPr>
          <a:xfrm>
            <a:off x="5886450" y="537210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27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Start = S    Goal = G</a:t>
            </a: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ACA3C349-257B-41B2-80C9-531C99A0AEF9}"/>
              </a:ext>
            </a:extLst>
          </p:cNvPr>
          <p:cNvSpPr>
            <a:spLocks noGrp="1"/>
          </p:cNvSpPr>
          <p:nvPr/>
        </p:nvSpPr>
        <p:spPr>
          <a:xfrm>
            <a:off x="5886450" y="56959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Әдіс негізі: [2]</a:t>
            </a:r>
          </a:p>
        </p:txBody>
      </p:sp>
    </p:spTree>
    <p:extLst>
      <p:ext uri="{BB962C8B-B14F-4D97-AF65-F5344CB8AC3E}">
        <p14:creationId xmlns:p14="http://schemas.microsoft.com/office/powerpoint/2010/main" val="1703025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BD0712FF-75EB-4E82-94FA-5EC3AF527A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768656B-C1C4-46A0-B296-DF3E3279ED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2581E77-2E81-405E-97CF-4435CF06EE0E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04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3C305E-9A84-4F45-86A0-15D84E2DDF0C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A* қозғалысы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A5E687-C818-4FF8-91C6-A685BED0860B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190500" cy="1905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F63C6E-EF94-4C55-8310-66E2CBA6E8DD}"/>
              </a:ext>
            </a:extLst>
          </p:cNvPr>
          <p:cNvSpPr>
            <a:spLocks noGrp="1"/>
          </p:cNvSpPr>
          <p:nvPr/>
        </p:nvSpPr>
        <p:spPr>
          <a:xfrm>
            <a:off x="11296650" y="228600"/>
            <a:ext cx="190500" cy="1905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3B18A92-9035-459D-86BE-1AC12DBD903C}"/>
              </a:ext>
            </a:extLst>
          </p:cNvPr>
          <p:cNvSpPr>
            <a:spLocks noGrp="1"/>
          </p:cNvSpPr>
          <p:nvPr/>
        </p:nvSpPr>
        <p:spPr>
          <a:xfrm>
            <a:off x="11544300" y="228600"/>
            <a:ext cx="190500" cy="1905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1BA0BFE-73B2-4D94-BA6E-8FAB0116FE3E}"/>
              </a:ext>
            </a:extLst>
          </p:cNvPr>
          <p:cNvSpPr>
            <a:spLocks noGrp="1"/>
          </p:cNvSpPr>
          <p:nvPr/>
        </p:nvSpPr>
        <p:spPr>
          <a:xfrm>
            <a:off x="11296650" y="476250"/>
            <a:ext cx="190500" cy="1905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48F8370-03C1-43D4-BEF2-38F4ADEF5F98}"/>
              </a:ext>
            </a:extLst>
          </p:cNvPr>
          <p:cNvSpPr>
            <a:spLocks noGrp="1"/>
          </p:cNvSpPr>
          <p:nvPr/>
        </p:nvSpPr>
        <p:spPr>
          <a:xfrm>
            <a:off x="11544300" y="476250"/>
            <a:ext cx="190500" cy="1905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99BD4C3-F73F-4146-8B3E-43B720E86E55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C5265FB-A2EA-45FC-8079-3792A5B9977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8B96D7B-FC02-47AC-8A33-A08CA5F19023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C744A52-F89E-43CC-978B-015BE47B471B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666875" cy="285750"/>
          </a:xfrm>
          <a:prstGeom prst="roundRect">
            <a:avLst>
              <a:gd name="adj" fmla="val 6667"/>
            </a:avLst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23505D-90DD-40F2-B767-FE86C5726EE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5144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A* • КАДР 1/2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79BD3D5-6665-416E-ABB9-4C1861E60374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f бойынша: S → B → D → E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DCB5997-8DB0-4E50-B0A2-7C1918C43C8E}"/>
              </a:ext>
            </a:extLst>
          </p:cNvPr>
          <p:cNvSpPr>
            <a:spLocks noGrp="1"/>
          </p:cNvSpPr>
          <p:nvPr/>
        </p:nvSpPr>
        <p:spPr>
          <a:xfrm>
            <a:off x="1199579" y="3741801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E5B7C81-29BC-4127-A539-B5809819D750}"/>
              </a:ext>
            </a:extLst>
          </p:cNvPr>
          <p:cNvSpPr>
            <a:spLocks noGrp="1"/>
          </p:cNvSpPr>
          <p:nvPr/>
        </p:nvSpPr>
        <p:spPr>
          <a:xfrm>
            <a:off x="1199579" y="377151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A400AF5-264A-4EE0-802F-92401158B818}"/>
              </a:ext>
            </a:extLst>
          </p:cNvPr>
          <p:cNvSpPr>
            <a:spLocks noGrp="1"/>
          </p:cNvSpPr>
          <p:nvPr/>
        </p:nvSpPr>
        <p:spPr>
          <a:xfrm>
            <a:off x="1142429" y="4195001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h=5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99431FE-618E-462C-AE90-810D2C7CD926}"/>
              </a:ext>
            </a:extLst>
          </p:cNvPr>
          <p:cNvSpPr>
            <a:spLocks noGrp="1"/>
          </p:cNvSpPr>
          <p:nvPr/>
        </p:nvSpPr>
        <p:spPr>
          <a:xfrm>
            <a:off x="2871216" y="2293049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6C72D85-0923-427C-AFE5-98619FD7FA38}"/>
              </a:ext>
            </a:extLst>
          </p:cNvPr>
          <p:cNvSpPr>
            <a:spLocks noGrp="1"/>
          </p:cNvSpPr>
          <p:nvPr/>
        </p:nvSpPr>
        <p:spPr>
          <a:xfrm>
            <a:off x="2871216" y="232276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90A5D55-E797-499B-B235-3374021ECD50}"/>
              </a:ext>
            </a:extLst>
          </p:cNvPr>
          <p:cNvSpPr>
            <a:spLocks noGrp="1"/>
          </p:cNvSpPr>
          <p:nvPr/>
        </p:nvSpPr>
        <p:spPr>
          <a:xfrm>
            <a:off x="2814066" y="2746248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h=8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AF3B04E-B5BF-48AD-897C-E3F401C9C837}"/>
              </a:ext>
            </a:extLst>
          </p:cNvPr>
          <p:cNvSpPr>
            <a:spLocks noGrp="1"/>
          </p:cNvSpPr>
          <p:nvPr/>
        </p:nvSpPr>
        <p:spPr>
          <a:xfrm>
            <a:off x="2871216" y="4893374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AEAE8A2-98DB-415D-BC11-F966BD30EB8F}"/>
              </a:ext>
            </a:extLst>
          </p:cNvPr>
          <p:cNvSpPr>
            <a:spLocks noGrp="1"/>
          </p:cNvSpPr>
          <p:nvPr/>
        </p:nvSpPr>
        <p:spPr>
          <a:xfrm>
            <a:off x="2871216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08F7D63-6AFA-4FD3-AD20-0654344D5D60}"/>
              </a:ext>
            </a:extLst>
          </p:cNvPr>
          <p:cNvSpPr>
            <a:spLocks noGrp="1"/>
          </p:cNvSpPr>
          <p:nvPr/>
        </p:nvSpPr>
        <p:spPr>
          <a:xfrm>
            <a:off x="2814066" y="5346573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h=4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392CC07-7C73-4C0F-8611-70FFD78F70A3}"/>
              </a:ext>
            </a:extLst>
          </p:cNvPr>
          <p:cNvSpPr>
            <a:spLocks noGrp="1"/>
          </p:cNvSpPr>
          <p:nvPr/>
        </p:nvSpPr>
        <p:spPr>
          <a:xfrm>
            <a:off x="4840034" y="1995869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E2B72C6-AFD5-4557-8BDE-94D795E1870D}"/>
              </a:ext>
            </a:extLst>
          </p:cNvPr>
          <p:cNvSpPr>
            <a:spLocks noGrp="1"/>
          </p:cNvSpPr>
          <p:nvPr/>
        </p:nvSpPr>
        <p:spPr>
          <a:xfrm>
            <a:off x="4840034" y="202558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2CA9A18-4F3C-49FA-AF1C-08AD63E531F8}"/>
              </a:ext>
            </a:extLst>
          </p:cNvPr>
          <p:cNvSpPr>
            <a:spLocks noGrp="1"/>
          </p:cNvSpPr>
          <p:nvPr/>
        </p:nvSpPr>
        <p:spPr>
          <a:xfrm>
            <a:off x="4782884" y="2449068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h=6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B6BA7F7-2CEB-4577-A32D-B4E8B6E1CB51}"/>
              </a:ext>
            </a:extLst>
          </p:cNvPr>
          <p:cNvSpPr>
            <a:spLocks noGrp="1"/>
          </p:cNvSpPr>
          <p:nvPr/>
        </p:nvSpPr>
        <p:spPr>
          <a:xfrm>
            <a:off x="4840034" y="3630359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35EA49E-85A0-4BC5-AE25-C1297ED304BC}"/>
              </a:ext>
            </a:extLst>
          </p:cNvPr>
          <p:cNvSpPr>
            <a:spLocks noGrp="1"/>
          </p:cNvSpPr>
          <p:nvPr/>
        </p:nvSpPr>
        <p:spPr>
          <a:xfrm>
            <a:off x="4840034" y="366007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41D89E99-006F-4A7C-971C-DF3502783A4A}"/>
              </a:ext>
            </a:extLst>
          </p:cNvPr>
          <p:cNvSpPr>
            <a:spLocks noGrp="1"/>
          </p:cNvSpPr>
          <p:nvPr/>
        </p:nvSpPr>
        <p:spPr>
          <a:xfrm>
            <a:off x="4782884" y="4083558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h=2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61AB6A3-07AC-4749-B677-7D31BC30941A}"/>
              </a:ext>
            </a:extLst>
          </p:cNvPr>
          <p:cNvSpPr>
            <a:spLocks noGrp="1"/>
          </p:cNvSpPr>
          <p:nvPr/>
        </p:nvSpPr>
        <p:spPr>
          <a:xfrm>
            <a:off x="6511671" y="4893374"/>
            <a:ext cx="401193" cy="401193"/>
          </a:xfrm>
          <a:prstGeom prst="rect">
            <a:avLst/>
          </a:prstGeom>
          <a:solidFill>
            <a:srgbClr val="0E4D65"/>
          </a:solidFill>
          <a:ln w="9525">
            <a:solidFill>
              <a:srgbClr val="69E3F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64583C9-04A9-41BD-8326-3EBDDF019377}"/>
              </a:ext>
            </a:extLst>
          </p:cNvPr>
          <p:cNvSpPr>
            <a:spLocks noGrp="1"/>
          </p:cNvSpPr>
          <p:nvPr/>
        </p:nvSpPr>
        <p:spPr>
          <a:xfrm>
            <a:off x="6511671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F1F204A-A06A-4A9B-A04A-40F81EC5B3D8}"/>
              </a:ext>
            </a:extLst>
          </p:cNvPr>
          <p:cNvSpPr>
            <a:spLocks noGrp="1"/>
          </p:cNvSpPr>
          <p:nvPr/>
        </p:nvSpPr>
        <p:spPr>
          <a:xfrm>
            <a:off x="6454521" y="5346573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31950E9-4E93-4068-BBCC-A1E22B5D93F7}"/>
              </a:ext>
            </a:extLst>
          </p:cNvPr>
          <p:cNvSpPr>
            <a:spLocks noGrp="1"/>
          </p:cNvSpPr>
          <p:nvPr/>
        </p:nvSpPr>
        <p:spPr>
          <a:xfrm>
            <a:off x="8146161" y="3296031"/>
            <a:ext cx="401193" cy="401193"/>
          </a:xfrm>
          <a:prstGeom prst="rect">
            <a:avLst/>
          </a:prstGeom>
          <a:solidFill>
            <a:srgbClr val="314B12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F78F2781-A4FF-4DEA-BCE7-D01760F2BFF5}"/>
              </a:ext>
            </a:extLst>
          </p:cNvPr>
          <p:cNvSpPr>
            <a:spLocks noGrp="1"/>
          </p:cNvSpPr>
          <p:nvPr/>
        </p:nvSpPr>
        <p:spPr>
          <a:xfrm>
            <a:off x="8146161" y="332574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88BC4E9-0F41-4911-BBC7-66462182DA60}"/>
              </a:ext>
            </a:extLst>
          </p:cNvPr>
          <p:cNvSpPr>
            <a:spLocks noGrp="1"/>
          </p:cNvSpPr>
          <p:nvPr/>
        </p:nvSpPr>
        <p:spPr>
          <a:xfrm>
            <a:off x="8089011" y="3749231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h=0</a:t>
            </a:r>
          </a:p>
        </p:txBody>
      </p:sp>
      <p:cxnSp>
        <p:nvCxnSpPr>
          <p:cNvPr id="119" name="Прямая со стрелкой 118"/>
          <p:cNvCxnSpPr>
            <a:stCxn id="16" idx="3"/>
            <a:endCxn id="19" idx="1"/>
          </p:cNvCxnSpPr>
          <p:nvPr/>
        </p:nvCxnSpPr>
        <p:spPr>
          <a:xfrm flipV="1">
            <a:off x="1600772" y="2493646"/>
            <a:ext cx="1270444" cy="144875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A1F2213C-F1A4-4DFE-BEE7-8FC507B61DEC}"/>
              </a:ext>
            </a:extLst>
          </p:cNvPr>
          <p:cNvSpPr>
            <a:spLocks noGrp="1"/>
          </p:cNvSpPr>
          <p:nvPr/>
        </p:nvSpPr>
        <p:spPr>
          <a:xfrm>
            <a:off x="2165414" y="3028569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265678F-C12C-4026-89BA-0C08FAF90418}"/>
              </a:ext>
            </a:extLst>
          </p:cNvPr>
          <p:cNvSpPr>
            <a:spLocks noGrp="1"/>
          </p:cNvSpPr>
          <p:nvPr/>
        </p:nvSpPr>
        <p:spPr>
          <a:xfrm>
            <a:off x="2172843" y="3043428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2" name="Прямая со стрелкой 121"/>
          <p:cNvCxnSpPr>
            <a:stCxn id="16" idx="3"/>
            <a:endCxn id="22" idx="1"/>
          </p:cNvCxnSpPr>
          <p:nvPr/>
        </p:nvCxnSpPr>
        <p:spPr>
          <a:xfrm>
            <a:off x="1600772" y="3942398"/>
            <a:ext cx="1270444" cy="1151573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955E06B4-475C-4DFD-BC35-3EC84C413EE4}"/>
              </a:ext>
            </a:extLst>
          </p:cNvPr>
          <p:cNvSpPr>
            <a:spLocks noGrp="1"/>
          </p:cNvSpPr>
          <p:nvPr/>
        </p:nvSpPr>
        <p:spPr>
          <a:xfrm>
            <a:off x="2165414" y="461105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F1FF678-191D-4388-9E97-DA455537F2E1}"/>
              </a:ext>
            </a:extLst>
          </p:cNvPr>
          <p:cNvSpPr>
            <a:spLocks noGrp="1"/>
          </p:cNvSpPr>
          <p:nvPr/>
        </p:nvSpPr>
        <p:spPr>
          <a:xfrm>
            <a:off x="2172843" y="462591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25" name="Прямая со стрелкой 124"/>
          <p:cNvCxnSpPr>
            <a:stCxn id="19" idx="3"/>
            <a:endCxn id="25" idx="1"/>
          </p:cNvCxnSpPr>
          <p:nvPr/>
        </p:nvCxnSpPr>
        <p:spPr>
          <a:xfrm flipV="1">
            <a:off x="3272409" y="2196466"/>
            <a:ext cx="1567625" cy="29718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9DAC5277-71A6-4B32-BCB1-9EB545197ADF}"/>
              </a:ext>
            </a:extLst>
          </p:cNvPr>
          <p:cNvSpPr>
            <a:spLocks noGrp="1"/>
          </p:cNvSpPr>
          <p:nvPr/>
        </p:nvSpPr>
        <p:spPr>
          <a:xfrm>
            <a:off x="3948494" y="2211324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8FD0E5E-A052-46EF-91E9-2C0502CC6C6C}"/>
              </a:ext>
            </a:extLst>
          </p:cNvPr>
          <p:cNvSpPr>
            <a:spLocks noGrp="1"/>
          </p:cNvSpPr>
          <p:nvPr/>
        </p:nvSpPr>
        <p:spPr>
          <a:xfrm>
            <a:off x="3955923" y="2226183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8" name="Прямая со стрелкой 127"/>
          <p:cNvCxnSpPr>
            <a:stCxn id="19" idx="3"/>
            <a:endCxn id="28" idx="1"/>
          </p:cNvCxnSpPr>
          <p:nvPr/>
        </p:nvCxnSpPr>
        <p:spPr>
          <a:xfrm>
            <a:off x="3272409" y="2493646"/>
            <a:ext cx="1567625" cy="133731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7817461A-7B60-4E8D-AA6A-50FC014CB4A6}"/>
              </a:ext>
            </a:extLst>
          </p:cNvPr>
          <p:cNvSpPr>
            <a:spLocks noGrp="1"/>
          </p:cNvSpPr>
          <p:nvPr/>
        </p:nvSpPr>
        <p:spPr>
          <a:xfrm>
            <a:off x="3948494" y="3088005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CE1BF7B5-A619-480A-921F-1198967DF5AD}"/>
              </a:ext>
            </a:extLst>
          </p:cNvPr>
          <p:cNvSpPr>
            <a:spLocks noGrp="1"/>
          </p:cNvSpPr>
          <p:nvPr/>
        </p:nvSpPr>
        <p:spPr>
          <a:xfrm>
            <a:off x="3955923" y="3102864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31" name="Прямая со стрелкой 130"/>
          <p:cNvCxnSpPr>
            <a:stCxn id="22" idx="3"/>
            <a:endCxn id="28" idx="1"/>
          </p:cNvCxnSpPr>
          <p:nvPr/>
        </p:nvCxnSpPr>
        <p:spPr>
          <a:xfrm flipV="1">
            <a:off x="3272409" y="3830956"/>
            <a:ext cx="1567625" cy="1263015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E08D77F3-50A8-4632-B644-914170A0B88C}"/>
              </a:ext>
            </a:extLst>
          </p:cNvPr>
          <p:cNvSpPr>
            <a:spLocks noGrp="1"/>
          </p:cNvSpPr>
          <p:nvPr/>
        </p:nvSpPr>
        <p:spPr>
          <a:xfrm>
            <a:off x="3948494" y="446246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F2F8D1C9-A90D-40CC-AC9A-ED610B8A5511}"/>
              </a:ext>
            </a:extLst>
          </p:cNvPr>
          <p:cNvSpPr>
            <a:spLocks noGrp="1"/>
          </p:cNvSpPr>
          <p:nvPr/>
        </p:nvSpPr>
        <p:spPr>
          <a:xfrm>
            <a:off x="3955923" y="447732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34" name="Прямая со стрелкой 133"/>
          <p:cNvCxnSpPr>
            <a:stCxn id="22" idx="3"/>
            <a:endCxn id="31" idx="1"/>
          </p:cNvCxnSpPr>
          <p:nvPr/>
        </p:nvCxnSpPr>
        <p:spPr>
          <a:xfrm>
            <a:off x="3272409" y="5093971"/>
            <a:ext cx="323926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878FAC15-5354-4BAA-99FC-02C1FA6E83B0}"/>
              </a:ext>
            </a:extLst>
          </p:cNvPr>
          <p:cNvSpPr>
            <a:spLocks noGrp="1"/>
          </p:cNvSpPr>
          <p:nvPr/>
        </p:nvSpPr>
        <p:spPr>
          <a:xfrm>
            <a:off x="4840034" y="509397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18696EA4-AA0B-4D43-A88C-6F0E58EB2D46}"/>
              </a:ext>
            </a:extLst>
          </p:cNvPr>
          <p:cNvSpPr>
            <a:spLocks noGrp="1"/>
          </p:cNvSpPr>
          <p:nvPr/>
        </p:nvSpPr>
        <p:spPr>
          <a:xfrm>
            <a:off x="4847463" y="510882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37" name="Прямая со стрелкой 136"/>
          <p:cNvCxnSpPr>
            <a:stCxn id="25" idx="3"/>
            <a:endCxn id="34" idx="1"/>
          </p:cNvCxnSpPr>
          <p:nvPr/>
        </p:nvCxnSpPr>
        <p:spPr>
          <a:xfrm>
            <a:off x="5241227" y="2196466"/>
            <a:ext cx="2904934" cy="130016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E49F7965-E170-432F-95BB-033E863E43BA}"/>
              </a:ext>
            </a:extLst>
          </p:cNvPr>
          <p:cNvSpPr>
            <a:spLocks noGrp="1"/>
          </p:cNvSpPr>
          <p:nvPr/>
        </p:nvSpPr>
        <p:spPr>
          <a:xfrm>
            <a:off x="6548819" y="253079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0EC41B75-1A57-4F50-A554-760E6276712A}"/>
              </a:ext>
            </a:extLst>
          </p:cNvPr>
          <p:cNvSpPr>
            <a:spLocks noGrp="1"/>
          </p:cNvSpPr>
          <p:nvPr/>
        </p:nvSpPr>
        <p:spPr>
          <a:xfrm>
            <a:off x="6556248" y="254565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40" name="Прямая со стрелкой 139"/>
          <p:cNvCxnSpPr>
            <a:stCxn id="28" idx="3"/>
            <a:endCxn id="31" idx="1"/>
          </p:cNvCxnSpPr>
          <p:nvPr/>
        </p:nvCxnSpPr>
        <p:spPr>
          <a:xfrm>
            <a:off x="5241227" y="3830956"/>
            <a:ext cx="1270444" cy="1263015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DE45A165-F4EB-4AE6-945F-2A44AC5E89C5}"/>
              </a:ext>
            </a:extLst>
          </p:cNvPr>
          <p:cNvSpPr>
            <a:spLocks noGrp="1"/>
          </p:cNvSpPr>
          <p:nvPr/>
        </p:nvSpPr>
        <p:spPr>
          <a:xfrm>
            <a:off x="5805869" y="449961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D19847E4-6795-4B17-9428-43E889D3720B}"/>
              </a:ext>
            </a:extLst>
          </p:cNvPr>
          <p:cNvSpPr>
            <a:spLocks noGrp="1"/>
          </p:cNvSpPr>
          <p:nvPr/>
        </p:nvSpPr>
        <p:spPr>
          <a:xfrm>
            <a:off x="5813298" y="451446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43" name="Прямая со стрелкой 142"/>
          <p:cNvCxnSpPr>
            <a:stCxn id="28" idx="3"/>
            <a:endCxn id="34" idx="1"/>
          </p:cNvCxnSpPr>
          <p:nvPr/>
        </p:nvCxnSpPr>
        <p:spPr>
          <a:xfrm flipV="1">
            <a:off x="5241227" y="3496628"/>
            <a:ext cx="2904934" cy="334328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62715584-35B1-4023-92CB-84D130D9DE3F}"/>
              </a:ext>
            </a:extLst>
          </p:cNvPr>
          <p:cNvSpPr>
            <a:spLocks noGrp="1"/>
          </p:cNvSpPr>
          <p:nvPr/>
        </p:nvSpPr>
        <p:spPr>
          <a:xfrm>
            <a:off x="6623114" y="3496627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F65D21E5-456B-4DDD-BC76-C749DAE40CC6}"/>
              </a:ext>
            </a:extLst>
          </p:cNvPr>
          <p:cNvSpPr>
            <a:spLocks noGrp="1"/>
          </p:cNvSpPr>
          <p:nvPr/>
        </p:nvSpPr>
        <p:spPr>
          <a:xfrm>
            <a:off x="6630543" y="3511486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46" name="Прямая со стрелкой 145"/>
          <p:cNvCxnSpPr>
            <a:stCxn id="31" idx="3"/>
            <a:endCxn id="34" idx="2"/>
          </p:cNvCxnSpPr>
          <p:nvPr/>
        </p:nvCxnSpPr>
        <p:spPr>
          <a:xfrm flipV="1">
            <a:off x="6912864" y="3697224"/>
            <a:ext cx="1433893" cy="1396747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5" name="Прямоугольник: скругленные углы 64">
            <a:extLst>
              <a:ext uri="{FF2B5EF4-FFF2-40B4-BE49-F238E27FC236}">
                <a16:creationId xmlns:a16="http://schemas.microsoft.com/office/drawing/2014/main" id="{BA98ADFD-CBCE-4FA7-AD3B-EDFA41362E30}"/>
              </a:ext>
            </a:extLst>
          </p:cNvPr>
          <p:cNvSpPr>
            <a:spLocks noGrp="1"/>
          </p:cNvSpPr>
          <p:nvPr/>
        </p:nvSpPr>
        <p:spPr>
          <a:xfrm>
            <a:off x="7440359" y="431387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37003DB3-2613-4231-A9CE-2884457B617E}"/>
              </a:ext>
            </a:extLst>
          </p:cNvPr>
          <p:cNvSpPr>
            <a:spLocks noGrp="1"/>
          </p:cNvSpPr>
          <p:nvPr/>
        </p:nvSpPr>
        <p:spPr>
          <a:xfrm>
            <a:off x="7447788" y="432873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FEF65D98-6C57-4C85-AC75-CDB1FBBC5DFF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762250" cy="3143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FC2A7B07-3D65-49DD-96DA-E1E8E5F78688}"/>
              </a:ext>
            </a:extLst>
          </p:cNvPr>
          <p:cNvSpPr>
            <a:spLocks noGrp="1"/>
          </p:cNvSpPr>
          <p:nvPr/>
        </p:nvSpPr>
        <p:spPr>
          <a:xfrm>
            <a:off x="9096375" y="22479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125" b="1">
                <a:solidFill>
                  <a:srgbClr val="8AC9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C926"/>
                </a:solidFill>
                <a:latin typeface="Arial"/>
                <a:ea typeface="Arial"/>
                <a:cs typeface="Arial"/>
              </a:rPr>
              <a:t>E ҮШІН f</a:t>
            </a:r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F4B124C0-EC05-4BEB-899D-005EE51B7C4E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3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C8C61D9E-0D4A-47F0-BFBD-14FB634DDD50}"/>
              </a:ext>
            </a:extLst>
          </p:cNvPr>
          <p:cNvSpPr>
            <a:spLocks noGrp="1"/>
          </p:cNvSpPr>
          <p:nvPr/>
        </p:nvSpPr>
        <p:spPr>
          <a:xfrm>
            <a:off x="9096375" y="3343275"/>
            <a:ext cx="22860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D3CEF79C-9EEC-4768-A322-146B9B0D3BF8}"/>
              </a:ext>
            </a:extLst>
          </p:cNvPr>
          <p:cNvSpPr>
            <a:spLocks noGrp="1"/>
          </p:cNvSpPr>
          <p:nvPr/>
        </p:nvSpPr>
        <p:spPr>
          <a:xfrm>
            <a:off x="9096375" y="3571875"/>
            <a:ext cx="22860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g(E)=4, h(E)=1. Сол себепті E Goal-ға жақын үміткер.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EBF5CF42-91E2-42C1-B909-95C38094FA9B}"/>
              </a:ext>
            </a:extLst>
          </p:cNvPr>
          <p:cNvSpPr>
            <a:spLocks noGrp="1"/>
          </p:cNvSpPr>
          <p:nvPr/>
        </p:nvSpPr>
        <p:spPr>
          <a:xfrm>
            <a:off x="9096375" y="4648200"/>
            <a:ext cx="2286000" cy="266700"/>
          </a:xfrm>
          <a:prstGeom prst="rect">
            <a:avLst/>
          </a:prstGeom>
          <a:solidFill>
            <a:srgbClr val="06121D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A3EFF5F8-5588-4278-965D-9EC6C5B8F5DC}"/>
              </a:ext>
            </a:extLst>
          </p:cNvPr>
          <p:cNvSpPr>
            <a:spLocks noGrp="1"/>
          </p:cNvSpPr>
          <p:nvPr/>
        </p:nvSpPr>
        <p:spPr>
          <a:xfrm>
            <a:off x="9144000" y="47053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75" b="1">
                <a:solidFill>
                  <a:srgbClr val="FFD16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f(E)=4+1=5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D4266112-6A97-44F9-97F4-48ED1BE54360}"/>
              </a:ext>
            </a:extLst>
          </p:cNvPr>
          <p:cNvSpPr>
            <a:spLocks noGrp="1"/>
          </p:cNvSpPr>
          <p:nvPr/>
        </p:nvSpPr>
        <p:spPr>
          <a:xfrm>
            <a:off x="533400" y="5553075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Өту реті</a:t>
            </a: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8796A34B-A266-4E26-974A-3FEC7A3DF577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34E77441-5A92-4548-B4D3-F09DEDFAC564}"/>
              </a:ext>
            </a:extLst>
          </p:cNvPr>
          <p:cNvSpPr>
            <a:spLocks noGrp="1"/>
          </p:cNvSpPr>
          <p:nvPr/>
        </p:nvSpPr>
        <p:spPr>
          <a:xfrm>
            <a:off x="5334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F34F4D2-1F7A-4C9B-800E-2EBCAA94C3C8}"/>
              </a:ext>
            </a:extLst>
          </p:cNvPr>
          <p:cNvSpPr>
            <a:spLocks noGrp="1"/>
          </p:cNvSpPr>
          <p:nvPr/>
        </p:nvSpPr>
        <p:spPr>
          <a:xfrm>
            <a:off x="13525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E44149EC-E8EF-411F-97AE-07DA66E1968E}"/>
              </a:ext>
            </a:extLst>
          </p:cNvPr>
          <p:cNvSpPr>
            <a:spLocks noGrp="1"/>
          </p:cNvSpPr>
          <p:nvPr/>
        </p:nvSpPr>
        <p:spPr>
          <a:xfrm>
            <a:off x="13525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E8BF6A29-C256-4202-AF58-00C566120D5D}"/>
              </a:ext>
            </a:extLst>
          </p:cNvPr>
          <p:cNvSpPr>
            <a:spLocks noGrp="1"/>
          </p:cNvSpPr>
          <p:nvPr/>
        </p:nvSpPr>
        <p:spPr>
          <a:xfrm>
            <a:off x="21717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2F32502E-032B-4E87-8E43-3154E57B0505}"/>
              </a:ext>
            </a:extLst>
          </p:cNvPr>
          <p:cNvSpPr>
            <a:spLocks noGrp="1"/>
          </p:cNvSpPr>
          <p:nvPr/>
        </p:nvSpPr>
        <p:spPr>
          <a:xfrm>
            <a:off x="21717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C81084BF-D62F-40DC-8CBD-A06247A56490}"/>
              </a:ext>
            </a:extLst>
          </p:cNvPr>
          <p:cNvSpPr>
            <a:spLocks noGrp="1"/>
          </p:cNvSpPr>
          <p:nvPr/>
        </p:nvSpPr>
        <p:spPr>
          <a:xfrm>
            <a:off x="2990850" y="5810250"/>
            <a:ext cx="742950" cy="361950"/>
          </a:xfrm>
          <a:prstGeom prst="rect">
            <a:avLst/>
          </a:prstGeom>
          <a:solidFill>
            <a:srgbClr val="8AC926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A8B7EA31-7492-45C2-8166-FD5DD2800489}"/>
              </a:ext>
            </a:extLst>
          </p:cNvPr>
          <p:cNvSpPr>
            <a:spLocks noGrp="1"/>
          </p:cNvSpPr>
          <p:nvPr/>
        </p:nvSpPr>
        <p:spPr>
          <a:xfrm>
            <a:off x="29908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256404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2FC64EDD-B5FB-492F-880A-C55F0C6B0E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0BFCA7F-ECB9-402B-9561-2FE26FD9B8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9B96EC9-2AE2-4274-9843-1EF8D2A766D4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АЛГОРИТМ 04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A5B89D3-AAB1-405F-873F-87865DA5508F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A* нәтижесі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E3D6BD-E9E2-4A94-8609-FCC0796672AC}"/>
              </a:ext>
            </a:extLst>
          </p:cNvPr>
          <p:cNvSpPr>
            <a:spLocks noGrp="1"/>
          </p:cNvSpPr>
          <p:nvPr/>
        </p:nvSpPr>
        <p:spPr>
          <a:xfrm>
            <a:off x="400050" y="603885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EFB84E3-A123-4984-9A6D-840374F2B8A4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00FA6E-D6CA-47FB-B72C-6DD155BDE204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F03997D-93B9-4298-A23B-5D149BDC380F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C0E16E5-4B1C-4868-BDD8-FFB85EDC519D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B4AD70B-4604-4A63-9F42-675724EDC122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4A7AD52-1DAA-49CF-956A-4CF2B5381CCE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AE7DCD2-093D-4E35-AC5A-F3F54967E0E9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B145AD5-FB61-4B9D-8618-A8E63262D3E3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666875" cy="285750"/>
          </a:xfrm>
          <a:prstGeom prst="roundRect">
            <a:avLst>
              <a:gd name="adj" fmla="val 6667"/>
            </a:avLst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CF67540-EEE5-4853-ACA4-75861BB25894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51447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00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A* • КАДР 2/2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971463-E8D3-4561-B44D-26703BC1FA3B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87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Ең арзан жол: S → B → D → E → G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4E3DDDC-4C13-40F0-9986-C5F6919663A3}"/>
              </a:ext>
            </a:extLst>
          </p:cNvPr>
          <p:cNvSpPr>
            <a:spLocks noGrp="1"/>
          </p:cNvSpPr>
          <p:nvPr/>
        </p:nvSpPr>
        <p:spPr>
          <a:xfrm>
            <a:off x="1199579" y="3741801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17891BE-0C20-4971-9C30-925B33580AFB}"/>
              </a:ext>
            </a:extLst>
          </p:cNvPr>
          <p:cNvSpPr>
            <a:spLocks noGrp="1"/>
          </p:cNvSpPr>
          <p:nvPr/>
        </p:nvSpPr>
        <p:spPr>
          <a:xfrm>
            <a:off x="1199579" y="377151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78C6976-627C-4585-910F-FC26799A25C5}"/>
              </a:ext>
            </a:extLst>
          </p:cNvPr>
          <p:cNvSpPr>
            <a:spLocks noGrp="1"/>
          </p:cNvSpPr>
          <p:nvPr/>
        </p:nvSpPr>
        <p:spPr>
          <a:xfrm>
            <a:off x="1142429" y="4195001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h=5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A87505C-F369-4680-821F-C30890C54EC7}"/>
              </a:ext>
            </a:extLst>
          </p:cNvPr>
          <p:cNvSpPr>
            <a:spLocks noGrp="1"/>
          </p:cNvSpPr>
          <p:nvPr/>
        </p:nvSpPr>
        <p:spPr>
          <a:xfrm>
            <a:off x="2871216" y="2293049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20DCBED-CDF4-4A85-A9C9-89D2C55A1736}"/>
              </a:ext>
            </a:extLst>
          </p:cNvPr>
          <p:cNvSpPr>
            <a:spLocks noGrp="1"/>
          </p:cNvSpPr>
          <p:nvPr/>
        </p:nvSpPr>
        <p:spPr>
          <a:xfrm>
            <a:off x="2871216" y="232276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44D2715-0F20-461B-B368-AFBEDC3F549A}"/>
              </a:ext>
            </a:extLst>
          </p:cNvPr>
          <p:cNvSpPr>
            <a:spLocks noGrp="1"/>
          </p:cNvSpPr>
          <p:nvPr/>
        </p:nvSpPr>
        <p:spPr>
          <a:xfrm>
            <a:off x="2814066" y="2746248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h=8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392561B-DEE0-485E-BEDF-963CCE4DAE16}"/>
              </a:ext>
            </a:extLst>
          </p:cNvPr>
          <p:cNvSpPr>
            <a:spLocks noGrp="1"/>
          </p:cNvSpPr>
          <p:nvPr/>
        </p:nvSpPr>
        <p:spPr>
          <a:xfrm>
            <a:off x="2871216" y="4893374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25F7882-75A4-4ABA-A84D-911FC5341FF7}"/>
              </a:ext>
            </a:extLst>
          </p:cNvPr>
          <p:cNvSpPr>
            <a:spLocks noGrp="1"/>
          </p:cNvSpPr>
          <p:nvPr/>
        </p:nvSpPr>
        <p:spPr>
          <a:xfrm>
            <a:off x="2871216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C3433C6-DA49-4EDD-89AD-5D68559CF249}"/>
              </a:ext>
            </a:extLst>
          </p:cNvPr>
          <p:cNvSpPr>
            <a:spLocks noGrp="1"/>
          </p:cNvSpPr>
          <p:nvPr/>
        </p:nvSpPr>
        <p:spPr>
          <a:xfrm>
            <a:off x="2814066" y="5346573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h=4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CF170B7-96A3-44BA-A124-49A37D580B97}"/>
              </a:ext>
            </a:extLst>
          </p:cNvPr>
          <p:cNvSpPr>
            <a:spLocks noGrp="1"/>
          </p:cNvSpPr>
          <p:nvPr/>
        </p:nvSpPr>
        <p:spPr>
          <a:xfrm>
            <a:off x="4840034" y="1995869"/>
            <a:ext cx="401193" cy="401193"/>
          </a:xfrm>
          <a:prstGeom prst="rect">
            <a:avLst/>
          </a:prstGeom>
          <a:solidFill>
            <a:srgbClr val="102E45"/>
          </a:solidFill>
          <a:ln w="9525">
            <a:solidFill>
              <a:srgbClr val="48BFE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3402411-A9F4-4975-858C-5C2DEEF885FB}"/>
              </a:ext>
            </a:extLst>
          </p:cNvPr>
          <p:cNvSpPr>
            <a:spLocks noGrp="1"/>
          </p:cNvSpPr>
          <p:nvPr/>
        </p:nvSpPr>
        <p:spPr>
          <a:xfrm>
            <a:off x="4840034" y="202558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B483170-8B1E-4DEC-9AFE-2808C58B8C32}"/>
              </a:ext>
            </a:extLst>
          </p:cNvPr>
          <p:cNvSpPr>
            <a:spLocks noGrp="1"/>
          </p:cNvSpPr>
          <p:nvPr/>
        </p:nvSpPr>
        <p:spPr>
          <a:xfrm>
            <a:off x="4782884" y="2449068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h=6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B41C9D0-FFC3-40CE-90E7-601DF86FA08E}"/>
              </a:ext>
            </a:extLst>
          </p:cNvPr>
          <p:cNvSpPr>
            <a:spLocks noGrp="1"/>
          </p:cNvSpPr>
          <p:nvPr/>
        </p:nvSpPr>
        <p:spPr>
          <a:xfrm>
            <a:off x="4840034" y="3630359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05F0E6E-C5E0-494D-99FB-C01EA7AFA151}"/>
              </a:ext>
            </a:extLst>
          </p:cNvPr>
          <p:cNvSpPr>
            <a:spLocks noGrp="1"/>
          </p:cNvSpPr>
          <p:nvPr/>
        </p:nvSpPr>
        <p:spPr>
          <a:xfrm>
            <a:off x="4840034" y="3660077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7B43124-F77B-4218-AEC0-6341A62AF4C4}"/>
              </a:ext>
            </a:extLst>
          </p:cNvPr>
          <p:cNvSpPr>
            <a:spLocks noGrp="1"/>
          </p:cNvSpPr>
          <p:nvPr/>
        </p:nvSpPr>
        <p:spPr>
          <a:xfrm>
            <a:off x="4782884" y="4083558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h=2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2FB3FE2-9F27-434B-BCF2-568C90F17912}"/>
              </a:ext>
            </a:extLst>
          </p:cNvPr>
          <p:cNvSpPr>
            <a:spLocks noGrp="1"/>
          </p:cNvSpPr>
          <p:nvPr/>
        </p:nvSpPr>
        <p:spPr>
          <a:xfrm>
            <a:off x="6511671" y="4893374"/>
            <a:ext cx="401193" cy="401193"/>
          </a:xfrm>
          <a:prstGeom prst="rect">
            <a:avLst/>
          </a:prstGeom>
          <a:solidFill>
            <a:srgbClr val="63511A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69002E3-B78B-4D09-B03E-76C52AE71A45}"/>
              </a:ext>
            </a:extLst>
          </p:cNvPr>
          <p:cNvSpPr>
            <a:spLocks noGrp="1"/>
          </p:cNvSpPr>
          <p:nvPr/>
        </p:nvSpPr>
        <p:spPr>
          <a:xfrm>
            <a:off x="6511671" y="4923092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B7E719A-F129-420D-A2AE-55AF71679B6C}"/>
              </a:ext>
            </a:extLst>
          </p:cNvPr>
          <p:cNvSpPr>
            <a:spLocks noGrp="1"/>
          </p:cNvSpPr>
          <p:nvPr/>
        </p:nvSpPr>
        <p:spPr>
          <a:xfrm>
            <a:off x="6454521" y="5346573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h=1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5AD7F49-6AFC-4B10-BDA8-2FC8F16F54C4}"/>
              </a:ext>
            </a:extLst>
          </p:cNvPr>
          <p:cNvSpPr>
            <a:spLocks noGrp="1"/>
          </p:cNvSpPr>
          <p:nvPr/>
        </p:nvSpPr>
        <p:spPr>
          <a:xfrm>
            <a:off x="8146161" y="3296031"/>
            <a:ext cx="401193" cy="401193"/>
          </a:xfrm>
          <a:prstGeom prst="rect">
            <a:avLst/>
          </a:prstGeom>
          <a:solidFill>
            <a:srgbClr val="0E4D65"/>
          </a:solidFill>
          <a:ln w="9525">
            <a:solidFill>
              <a:srgbClr val="69E3F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34837C8-EE5F-4D56-860C-F3F7130B3BF3}"/>
              </a:ext>
            </a:extLst>
          </p:cNvPr>
          <p:cNvSpPr>
            <a:spLocks noGrp="1"/>
          </p:cNvSpPr>
          <p:nvPr/>
        </p:nvSpPr>
        <p:spPr>
          <a:xfrm>
            <a:off x="8146161" y="3325749"/>
            <a:ext cx="401193" cy="18053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881"/>
          </a:bodyPr>
          <a:lstStyle/>
          <a:p>
            <a:pPr algn="ctr">
              <a:lnSpc>
                <a:spcPct val="96000"/>
              </a:lnSpc>
              <a:buNone/>
              <a:defRPr sz="1287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287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5CB31EC-0796-43B5-A428-A973270B664C}"/>
              </a:ext>
            </a:extLst>
          </p:cNvPr>
          <p:cNvSpPr>
            <a:spLocks noGrp="1"/>
          </p:cNvSpPr>
          <p:nvPr/>
        </p:nvSpPr>
        <p:spPr>
          <a:xfrm>
            <a:off x="8089011" y="3749231"/>
            <a:ext cx="515493" cy="1337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h=0</a:t>
            </a:r>
          </a:p>
        </p:txBody>
      </p:sp>
      <p:cxnSp>
        <p:nvCxnSpPr>
          <p:cNvPr id="121" name="Прямая со стрелкой 120"/>
          <p:cNvCxnSpPr>
            <a:stCxn id="16" idx="3"/>
            <a:endCxn id="19" idx="1"/>
          </p:cNvCxnSpPr>
          <p:nvPr/>
        </p:nvCxnSpPr>
        <p:spPr>
          <a:xfrm flipV="1">
            <a:off x="1600772" y="2493646"/>
            <a:ext cx="1270444" cy="144875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4E13900A-6602-4F1B-A9B3-5D56351FB29D}"/>
              </a:ext>
            </a:extLst>
          </p:cNvPr>
          <p:cNvSpPr>
            <a:spLocks noGrp="1"/>
          </p:cNvSpPr>
          <p:nvPr/>
        </p:nvSpPr>
        <p:spPr>
          <a:xfrm>
            <a:off x="2165414" y="3028569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FAB68041-4E0A-4A91-95F9-AE7ADB0C252F}"/>
              </a:ext>
            </a:extLst>
          </p:cNvPr>
          <p:cNvSpPr>
            <a:spLocks noGrp="1"/>
          </p:cNvSpPr>
          <p:nvPr/>
        </p:nvSpPr>
        <p:spPr>
          <a:xfrm>
            <a:off x="2172843" y="3043428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24" name="Прямая со стрелкой 123"/>
          <p:cNvCxnSpPr>
            <a:stCxn id="16" idx="3"/>
            <a:endCxn id="22" idx="1"/>
          </p:cNvCxnSpPr>
          <p:nvPr/>
        </p:nvCxnSpPr>
        <p:spPr>
          <a:xfrm>
            <a:off x="1600772" y="3942398"/>
            <a:ext cx="1270444" cy="1151573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2A00FF34-7098-47FF-A72C-5685983F21F9}"/>
              </a:ext>
            </a:extLst>
          </p:cNvPr>
          <p:cNvSpPr>
            <a:spLocks noGrp="1"/>
          </p:cNvSpPr>
          <p:nvPr/>
        </p:nvSpPr>
        <p:spPr>
          <a:xfrm>
            <a:off x="2165414" y="461105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DB1EC1A-DDF2-4FE3-9CFD-A9FBEAD45BEF}"/>
              </a:ext>
            </a:extLst>
          </p:cNvPr>
          <p:cNvSpPr>
            <a:spLocks noGrp="1"/>
          </p:cNvSpPr>
          <p:nvPr/>
        </p:nvSpPr>
        <p:spPr>
          <a:xfrm>
            <a:off x="2172843" y="462591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27" name="Прямая со стрелкой 126"/>
          <p:cNvCxnSpPr>
            <a:stCxn id="19" idx="3"/>
            <a:endCxn id="25" idx="1"/>
          </p:cNvCxnSpPr>
          <p:nvPr/>
        </p:nvCxnSpPr>
        <p:spPr>
          <a:xfrm flipV="1">
            <a:off x="3272409" y="2196466"/>
            <a:ext cx="1567625" cy="29718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E66861B4-2118-4446-841B-BA55441B3F3E}"/>
              </a:ext>
            </a:extLst>
          </p:cNvPr>
          <p:cNvSpPr>
            <a:spLocks noGrp="1"/>
          </p:cNvSpPr>
          <p:nvPr/>
        </p:nvSpPr>
        <p:spPr>
          <a:xfrm>
            <a:off x="3948494" y="2211324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98A173E3-6EF1-4CDB-9057-C6A25CE165F3}"/>
              </a:ext>
            </a:extLst>
          </p:cNvPr>
          <p:cNvSpPr>
            <a:spLocks noGrp="1"/>
          </p:cNvSpPr>
          <p:nvPr/>
        </p:nvSpPr>
        <p:spPr>
          <a:xfrm>
            <a:off x="3955923" y="2226183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30" name="Прямая со стрелкой 129"/>
          <p:cNvCxnSpPr>
            <a:stCxn id="19" idx="3"/>
            <a:endCxn id="28" idx="1"/>
          </p:cNvCxnSpPr>
          <p:nvPr/>
        </p:nvCxnSpPr>
        <p:spPr>
          <a:xfrm>
            <a:off x="3272409" y="2493646"/>
            <a:ext cx="1567625" cy="133731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CE3986F7-4AAC-43A5-8864-472C32D4D7C2}"/>
              </a:ext>
            </a:extLst>
          </p:cNvPr>
          <p:cNvSpPr>
            <a:spLocks noGrp="1"/>
          </p:cNvSpPr>
          <p:nvPr/>
        </p:nvSpPr>
        <p:spPr>
          <a:xfrm>
            <a:off x="3948494" y="3088005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45CE0B57-9A39-40A0-AE63-418840711694}"/>
              </a:ext>
            </a:extLst>
          </p:cNvPr>
          <p:cNvSpPr>
            <a:spLocks noGrp="1"/>
          </p:cNvSpPr>
          <p:nvPr/>
        </p:nvSpPr>
        <p:spPr>
          <a:xfrm>
            <a:off x="3955923" y="3102864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133" name="Прямая со стрелкой 132"/>
          <p:cNvCxnSpPr>
            <a:stCxn id="22" idx="3"/>
            <a:endCxn id="28" idx="1"/>
          </p:cNvCxnSpPr>
          <p:nvPr/>
        </p:nvCxnSpPr>
        <p:spPr>
          <a:xfrm flipV="1">
            <a:off x="3272409" y="3830956"/>
            <a:ext cx="1567625" cy="1263015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FB2D58C4-3B1F-4768-8712-E0A1B5D91C50}"/>
              </a:ext>
            </a:extLst>
          </p:cNvPr>
          <p:cNvSpPr>
            <a:spLocks noGrp="1"/>
          </p:cNvSpPr>
          <p:nvPr/>
        </p:nvSpPr>
        <p:spPr>
          <a:xfrm>
            <a:off x="3948494" y="446246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9CE9CF43-7D58-4FBA-8AEC-5F827653C168}"/>
              </a:ext>
            </a:extLst>
          </p:cNvPr>
          <p:cNvSpPr>
            <a:spLocks noGrp="1"/>
          </p:cNvSpPr>
          <p:nvPr/>
        </p:nvSpPr>
        <p:spPr>
          <a:xfrm>
            <a:off x="3955923" y="447732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136" name="Прямая со стрелкой 135"/>
          <p:cNvCxnSpPr>
            <a:stCxn id="22" idx="3"/>
            <a:endCxn id="31" idx="1"/>
          </p:cNvCxnSpPr>
          <p:nvPr/>
        </p:nvCxnSpPr>
        <p:spPr>
          <a:xfrm>
            <a:off x="3272409" y="5093971"/>
            <a:ext cx="3239262" cy="0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7D35BF9A-0309-4524-B11B-0F954C38ADA9}"/>
              </a:ext>
            </a:extLst>
          </p:cNvPr>
          <p:cNvSpPr>
            <a:spLocks noGrp="1"/>
          </p:cNvSpPr>
          <p:nvPr/>
        </p:nvSpPr>
        <p:spPr>
          <a:xfrm>
            <a:off x="4840034" y="509397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0655EF19-8684-455C-BB39-618703E82055}"/>
              </a:ext>
            </a:extLst>
          </p:cNvPr>
          <p:cNvSpPr>
            <a:spLocks noGrp="1"/>
          </p:cNvSpPr>
          <p:nvPr/>
        </p:nvSpPr>
        <p:spPr>
          <a:xfrm>
            <a:off x="4847463" y="510882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39" name="Прямая со стрелкой 138"/>
          <p:cNvCxnSpPr>
            <a:stCxn id="25" idx="3"/>
            <a:endCxn id="34" idx="1"/>
          </p:cNvCxnSpPr>
          <p:nvPr/>
        </p:nvCxnSpPr>
        <p:spPr>
          <a:xfrm>
            <a:off x="5241227" y="2196466"/>
            <a:ext cx="2904934" cy="1300162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A82488F1-047C-4351-BB14-0209F1F18B2E}"/>
              </a:ext>
            </a:extLst>
          </p:cNvPr>
          <p:cNvSpPr>
            <a:spLocks noGrp="1"/>
          </p:cNvSpPr>
          <p:nvPr/>
        </p:nvSpPr>
        <p:spPr>
          <a:xfrm>
            <a:off x="6548819" y="253079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B33B8449-F0EC-4DC9-832F-63E6303916C0}"/>
              </a:ext>
            </a:extLst>
          </p:cNvPr>
          <p:cNvSpPr>
            <a:spLocks noGrp="1"/>
          </p:cNvSpPr>
          <p:nvPr/>
        </p:nvSpPr>
        <p:spPr>
          <a:xfrm>
            <a:off x="6556248" y="254565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42" name="Прямая со стрелкой 141"/>
          <p:cNvCxnSpPr>
            <a:stCxn id="28" idx="3"/>
            <a:endCxn id="31" idx="1"/>
          </p:cNvCxnSpPr>
          <p:nvPr/>
        </p:nvCxnSpPr>
        <p:spPr>
          <a:xfrm>
            <a:off x="5241227" y="3830956"/>
            <a:ext cx="1270444" cy="1263015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0486A2D2-5796-4690-A659-5758833E842F}"/>
              </a:ext>
            </a:extLst>
          </p:cNvPr>
          <p:cNvSpPr>
            <a:spLocks noGrp="1"/>
          </p:cNvSpPr>
          <p:nvPr/>
        </p:nvSpPr>
        <p:spPr>
          <a:xfrm>
            <a:off x="5805869" y="4499610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9423D6C5-2722-48C2-BFAA-DA56E91755C1}"/>
              </a:ext>
            </a:extLst>
          </p:cNvPr>
          <p:cNvSpPr>
            <a:spLocks noGrp="1"/>
          </p:cNvSpPr>
          <p:nvPr/>
        </p:nvSpPr>
        <p:spPr>
          <a:xfrm>
            <a:off x="5813298" y="4514469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cxnSp>
        <p:nvCxnSpPr>
          <p:cNvPr id="145" name="Прямая со стрелкой 144"/>
          <p:cNvCxnSpPr>
            <a:stCxn id="28" idx="3"/>
            <a:endCxn id="34" idx="1"/>
          </p:cNvCxnSpPr>
          <p:nvPr/>
        </p:nvCxnSpPr>
        <p:spPr>
          <a:xfrm flipV="1">
            <a:off x="5241227" y="3496628"/>
            <a:ext cx="2904934" cy="334328"/>
          </a:xfrm>
          <a:prstGeom prst="straightConnector1">
            <a:avLst/>
          </a:prstGeom>
          <a:ln w="19050">
            <a:solidFill>
              <a:srgbClr val="173B54"/>
            </a:solidFill>
            <a:prstDash val="solid"/>
          </a:ln>
        </p:spPr>
      </p:cxn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9F13CC05-BDCC-4D8E-8FAC-72274288E6AD}"/>
              </a:ext>
            </a:extLst>
          </p:cNvPr>
          <p:cNvSpPr>
            <a:spLocks noGrp="1"/>
          </p:cNvSpPr>
          <p:nvPr/>
        </p:nvSpPr>
        <p:spPr>
          <a:xfrm>
            <a:off x="6623114" y="3496627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D144699E-81AB-447E-926F-00FAD9CF631C}"/>
              </a:ext>
            </a:extLst>
          </p:cNvPr>
          <p:cNvSpPr>
            <a:spLocks noGrp="1"/>
          </p:cNvSpPr>
          <p:nvPr/>
        </p:nvSpPr>
        <p:spPr>
          <a:xfrm>
            <a:off x="6630543" y="3511486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cxnSp>
        <p:nvCxnSpPr>
          <p:cNvPr id="148" name="Прямая со стрелкой 147"/>
          <p:cNvCxnSpPr>
            <a:stCxn id="31" idx="3"/>
            <a:endCxn id="34" idx="2"/>
          </p:cNvCxnSpPr>
          <p:nvPr/>
        </p:nvCxnSpPr>
        <p:spPr>
          <a:xfrm flipV="1">
            <a:off x="6912864" y="3697224"/>
            <a:ext cx="1433893" cy="1396747"/>
          </a:xfrm>
          <a:prstGeom prst="straightConnector1">
            <a:avLst/>
          </a:prstGeom>
          <a:ln w="38100">
            <a:solidFill>
              <a:srgbClr val="FFD166"/>
            </a:solidFill>
            <a:prstDash val="solid"/>
          </a:ln>
        </p:spPr>
      </p:cxnSp>
      <p:sp>
        <p:nvSpPr>
          <p:cNvPr id="65" name="Прямоугольник: скругленные углы 64">
            <a:extLst>
              <a:ext uri="{FF2B5EF4-FFF2-40B4-BE49-F238E27FC236}">
                <a16:creationId xmlns:a16="http://schemas.microsoft.com/office/drawing/2014/main" id="{0E0E7F1A-B045-4CB0-B8EB-8B7E1797D091}"/>
              </a:ext>
            </a:extLst>
          </p:cNvPr>
          <p:cNvSpPr>
            <a:spLocks noGrp="1"/>
          </p:cNvSpPr>
          <p:nvPr/>
        </p:nvSpPr>
        <p:spPr>
          <a:xfrm>
            <a:off x="7440359" y="4313873"/>
            <a:ext cx="185738" cy="148590"/>
          </a:xfrm>
          <a:prstGeom prst="roundRect">
            <a:avLst>
              <a:gd name="adj" fmla="val 6410"/>
            </a:avLst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89E42856-458E-4659-8952-94C7C75CBA57}"/>
              </a:ext>
            </a:extLst>
          </p:cNvPr>
          <p:cNvSpPr>
            <a:spLocks noGrp="1"/>
          </p:cNvSpPr>
          <p:nvPr/>
        </p:nvSpPr>
        <p:spPr>
          <a:xfrm>
            <a:off x="7447788" y="4328732"/>
            <a:ext cx="163449" cy="118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644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644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B395D9BA-6A9E-4957-8312-6DD4875D9E7D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762250" cy="31432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6B60DB0D-076B-466E-88CC-D13668426570}"/>
              </a:ext>
            </a:extLst>
          </p:cNvPr>
          <p:cNvSpPr>
            <a:spLocks noGrp="1"/>
          </p:cNvSpPr>
          <p:nvPr/>
        </p:nvSpPr>
        <p:spPr>
          <a:xfrm>
            <a:off x="9096375" y="22479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125" b="1">
                <a:solidFill>
                  <a:srgbClr val="8AC9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C926"/>
                </a:solidFill>
                <a:latin typeface="Arial"/>
                <a:ea typeface="Arial"/>
                <a:cs typeface="Arial"/>
              </a:rPr>
              <a:t>ЖОЛ ҚҰНЫ</a:t>
            </a:r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9D71F831-3B34-4E1D-A622-C1C5FFF329AD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3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219965A3-0F1B-49FA-AA9A-31C95F025411}"/>
              </a:ext>
            </a:extLst>
          </p:cNvPr>
          <p:cNvSpPr>
            <a:spLocks noGrp="1"/>
          </p:cNvSpPr>
          <p:nvPr/>
        </p:nvSpPr>
        <p:spPr>
          <a:xfrm>
            <a:off x="9096375" y="3343275"/>
            <a:ext cx="22860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B5FB0D96-0DF2-4629-8FD4-A90830C198CB}"/>
              </a:ext>
            </a:extLst>
          </p:cNvPr>
          <p:cNvSpPr>
            <a:spLocks noGrp="1"/>
          </p:cNvSpPr>
          <p:nvPr/>
        </p:nvSpPr>
        <p:spPr>
          <a:xfrm>
            <a:off x="9096375" y="3571875"/>
            <a:ext cx="22860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UCS-пен бірдей оңтайлы құн, бірақ A және C-ні кеңейтпеді.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5A4DDAA5-89BE-4D83-BE41-B37B1CE59906}"/>
              </a:ext>
            </a:extLst>
          </p:cNvPr>
          <p:cNvSpPr>
            <a:spLocks noGrp="1"/>
          </p:cNvSpPr>
          <p:nvPr/>
        </p:nvSpPr>
        <p:spPr>
          <a:xfrm>
            <a:off x="9096375" y="4648200"/>
            <a:ext cx="2286000" cy="266700"/>
          </a:xfrm>
          <a:prstGeom prst="rect">
            <a:avLst/>
          </a:prstGeom>
          <a:solidFill>
            <a:srgbClr val="06121D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BE04DA2F-81C0-4157-A9A9-60896D61D7DC}"/>
              </a:ext>
            </a:extLst>
          </p:cNvPr>
          <p:cNvSpPr>
            <a:spLocks noGrp="1"/>
          </p:cNvSpPr>
          <p:nvPr/>
        </p:nvSpPr>
        <p:spPr>
          <a:xfrm>
            <a:off x="9144000" y="470535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975" b="1">
                <a:solidFill>
                  <a:srgbClr val="FFD16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f(G)=g(G)+0=5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6FC383CB-47B0-49F2-9BA4-4D3B4B36A6B7}"/>
              </a:ext>
            </a:extLst>
          </p:cNvPr>
          <p:cNvSpPr>
            <a:spLocks noGrp="1"/>
          </p:cNvSpPr>
          <p:nvPr/>
        </p:nvSpPr>
        <p:spPr>
          <a:xfrm>
            <a:off x="533400" y="5553075"/>
            <a:ext cx="1809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Өту реті</a:t>
            </a: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4A1D527A-B511-47F7-95A2-0C3F0AEAC35A}"/>
              </a:ext>
            </a:extLst>
          </p:cNvPr>
          <p:cNvSpPr>
            <a:spLocks noGrp="1"/>
          </p:cNvSpPr>
          <p:nvPr/>
        </p:nvSpPr>
        <p:spPr>
          <a:xfrm>
            <a:off x="5334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1AD5403A-1202-4568-98A3-3CECDFE35B25}"/>
              </a:ext>
            </a:extLst>
          </p:cNvPr>
          <p:cNvSpPr>
            <a:spLocks noGrp="1"/>
          </p:cNvSpPr>
          <p:nvPr/>
        </p:nvSpPr>
        <p:spPr>
          <a:xfrm>
            <a:off x="5334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9409398-0B31-4E36-B3E3-9AA85C338E67}"/>
              </a:ext>
            </a:extLst>
          </p:cNvPr>
          <p:cNvSpPr>
            <a:spLocks noGrp="1"/>
          </p:cNvSpPr>
          <p:nvPr/>
        </p:nvSpPr>
        <p:spPr>
          <a:xfrm>
            <a:off x="13525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258029EA-E1F0-4045-A35C-ACDBCEFD2D49}"/>
              </a:ext>
            </a:extLst>
          </p:cNvPr>
          <p:cNvSpPr>
            <a:spLocks noGrp="1"/>
          </p:cNvSpPr>
          <p:nvPr/>
        </p:nvSpPr>
        <p:spPr>
          <a:xfrm>
            <a:off x="13525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BDDDBD17-F19E-4FC0-9872-88AE9A160DC3}"/>
              </a:ext>
            </a:extLst>
          </p:cNvPr>
          <p:cNvSpPr>
            <a:spLocks noGrp="1"/>
          </p:cNvSpPr>
          <p:nvPr/>
        </p:nvSpPr>
        <p:spPr>
          <a:xfrm>
            <a:off x="217170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1738A83D-8AF4-4733-A9BD-1FB89B9821FA}"/>
              </a:ext>
            </a:extLst>
          </p:cNvPr>
          <p:cNvSpPr>
            <a:spLocks noGrp="1"/>
          </p:cNvSpPr>
          <p:nvPr/>
        </p:nvSpPr>
        <p:spPr>
          <a:xfrm>
            <a:off x="21717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5ADC2B6B-FDCD-4DEE-81A1-5B27AD3353BA}"/>
              </a:ext>
            </a:extLst>
          </p:cNvPr>
          <p:cNvSpPr>
            <a:spLocks noGrp="1"/>
          </p:cNvSpPr>
          <p:nvPr/>
        </p:nvSpPr>
        <p:spPr>
          <a:xfrm>
            <a:off x="2990850" y="5810250"/>
            <a:ext cx="742950" cy="3619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F1A000A3-3654-4232-9370-5AEF9AB94DAB}"/>
              </a:ext>
            </a:extLst>
          </p:cNvPr>
          <p:cNvSpPr>
            <a:spLocks noGrp="1"/>
          </p:cNvSpPr>
          <p:nvPr/>
        </p:nvSpPr>
        <p:spPr>
          <a:xfrm>
            <a:off x="299085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6A032899-1CAB-4547-B103-4D0BBF6434F8}"/>
              </a:ext>
            </a:extLst>
          </p:cNvPr>
          <p:cNvSpPr>
            <a:spLocks noGrp="1"/>
          </p:cNvSpPr>
          <p:nvPr/>
        </p:nvSpPr>
        <p:spPr>
          <a:xfrm>
            <a:off x="3810000" y="5810250"/>
            <a:ext cx="742950" cy="361950"/>
          </a:xfrm>
          <a:prstGeom prst="rect">
            <a:avLst/>
          </a:prstGeom>
          <a:solidFill>
            <a:srgbClr val="8AC926"/>
          </a:solidFill>
          <a:ln w="9525">
            <a:solidFill>
              <a:srgbClr val="8AC9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F7F91724-E075-4202-BABA-9D42D4F91FB0}"/>
              </a:ext>
            </a:extLst>
          </p:cNvPr>
          <p:cNvSpPr>
            <a:spLocks noGrp="1"/>
          </p:cNvSpPr>
          <p:nvPr/>
        </p:nvSpPr>
        <p:spPr>
          <a:xfrm>
            <a:off x="3810000" y="5886450"/>
            <a:ext cx="742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125" b="1">
                <a:solidFill>
                  <a:srgbClr val="06121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121D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983647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B48A94F-1242-47C0-B3C7-884C5F68442E}"/>
              </a:ext>
            </a:extLst>
          </p:cNvPr>
          <p:cNvSpPr>
            <a:spLocks noGrp="1"/>
          </p:cNvSpPr>
          <p:nvPr/>
        </p:nvSpPr>
        <p:spPr>
          <a:xfrm>
            <a:off x="114300" y="-3175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BF6DE37-18A6-4663-AEAC-9334659E0E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D5F82C3-F9C9-4EC8-9D93-8471C5A78DE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БАҒДАРЛАМА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12DF95-4E81-45FC-9FF7-FB7A97856BA0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Python коды: DFS және BFS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644251-4E4B-438A-B979-F2FD213A439A}"/>
              </a:ext>
            </a:extLst>
          </p:cNvPr>
          <p:cNvSpPr>
            <a:spLocks noGrp="1"/>
          </p:cNvSpPr>
          <p:nvPr/>
        </p:nvSpPr>
        <p:spPr>
          <a:xfrm>
            <a:off x="10991850" y="61150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535FEA7-C801-4A0A-8B42-AB3DA1214CEC}"/>
              </a:ext>
            </a:extLst>
          </p:cNvPr>
          <p:cNvSpPr>
            <a:spLocks noGrp="1"/>
          </p:cNvSpPr>
          <p:nvPr/>
        </p:nvSpPr>
        <p:spPr>
          <a:xfrm>
            <a:off x="11201400" y="611505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A91EC5A-1FE7-4848-9453-115966CF59A9}"/>
              </a:ext>
            </a:extLst>
          </p:cNvPr>
          <p:cNvSpPr>
            <a:spLocks noGrp="1"/>
          </p:cNvSpPr>
          <p:nvPr/>
        </p:nvSpPr>
        <p:spPr>
          <a:xfrm>
            <a:off x="11410950" y="590550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2D99EA8-850E-4D17-B501-F5946C2077B5}"/>
              </a:ext>
            </a:extLst>
          </p:cNvPr>
          <p:cNvSpPr>
            <a:spLocks noGrp="1"/>
          </p:cNvSpPr>
          <p:nvPr/>
        </p:nvSpPr>
        <p:spPr>
          <a:xfrm>
            <a:off x="11410950" y="61150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5BE13D-2866-4DF0-A2BF-B8827501C226}"/>
              </a:ext>
            </a:extLst>
          </p:cNvPr>
          <p:cNvSpPr>
            <a:spLocks noGrp="1"/>
          </p:cNvSpPr>
          <p:nvPr/>
        </p:nvSpPr>
        <p:spPr>
          <a:xfrm>
            <a:off x="11620500" y="59055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272E896-B146-4287-A645-64A0BA0A0964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BC9F069-A087-4D8E-BB5F-E0E324977E8C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C9CE70B-9F1E-45EC-B4AB-3A1C6E659E2B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850DA1C-7151-4F19-B589-50849A8F8BF4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4762500"/>
          </a:xfrm>
          <a:prstGeom prst="rect">
            <a:avLst/>
          </a:prstGeom>
          <a:solidFill>
            <a:srgbClr val="06121D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FA4D46F-22E8-4255-A70D-96CEDA4AE58B}"/>
              </a:ext>
            </a:extLst>
          </p:cNvPr>
          <p:cNvSpPr>
            <a:spLocks noGrp="1"/>
          </p:cNvSpPr>
          <p:nvPr/>
        </p:nvSpPr>
        <p:spPr>
          <a:xfrm>
            <a:off x="742950" y="1457325"/>
            <a:ext cx="10668000" cy="433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1262"/>
          </a:bodyPr>
          <a:lstStyle/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from collections import deque</a:t>
            </a:r>
          </a:p>
          <a:p>
            <a:endParaRPr sz="1088" b="0">
              <a:solidFill>
                <a:srgbClr val="D7EEF7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graph = {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'S':[('A',2),('B',1)], 'A':[('C',2),('D',7)],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'B':[('D',2),('E',5)], 'C':[('G',6)],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'D':[('E',1),('G',6)], 'E':[('G',1)], 'G':[]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088" b="0">
              <a:solidFill>
                <a:srgbClr val="D7EEF7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def restore(parent, u):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path = []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while u is not None: path.append(u); u = parent[u]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return path[::-1]</a:t>
            </a:r>
          </a:p>
          <a:p>
            <a:endParaRPr sz="1088" b="0">
              <a:solidFill>
                <a:srgbClr val="D7EEF7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def dfs(start='S', goal='G'):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stack, seen, parent, order = [start], set(), {start:None}, []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while stack: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u = stack.pop()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if u in seen: continue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seen.add(u); order.append(u)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if u == goal: break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for v, _ in reversed(graph[u]):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if v not in seen: parent.setdefault(v, u); stack.append(v)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return order, restore(parent, goal)</a:t>
            </a:r>
          </a:p>
          <a:p>
            <a:endParaRPr sz="1088" b="0">
              <a:solidFill>
                <a:srgbClr val="D7EEF7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def bfs(start='S', goal='G'):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queue, seen, parent, order = deque([start]), {start}, {start:None}, []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while queue: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u = queue.popleft(); order.append(u)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if u == goal: break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for v, _ in graph[u]: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if v not in seen: seen.add(v); parent[v] = u; queue.append(v)</a:t>
            </a:r>
          </a:p>
          <a:p>
            <a:pPr algn="l">
              <a:lnSpc>
                <a:spcPct val="88000"/>
              </a:lnSpc>
              <a:buNone/>
              <a:defRPr sz="1088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return order, restore(parent, goal)</a:t>
            </a:r>
          </a:p>
        </p:txBody>
      </p:sp>
    </p:spTree>
    <p:extLst>
      <p:ext uri="{BB962C8B-B14F-4D97-AF65-F5344CB8AC3E}">
        <p14:creationId xmlns:p14="http://schemas.microsoft.com/office/powerpoint/2010/main" val="254335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4078C2-82C9-4900-B98E-B8B50FC033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F444961-FED2-4E06-ADF2-8D97FD1496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B18D4C-4C44-4939-AD03-3E4F0C750FA7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БАҒДАРЛАМА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33571E-EB99-47A4-BBFA-7F66FF14E893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Python коды: UCS және A*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45FA74F-18BE-40F1-826E-AC582CEAB0C5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190500" cy="1905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FF00135-C61F-4980-9CAC-381C17D9A50B}"/>
              </a:ext>
            </a:extLst>
          </p:cNvPr>
          <p:cNvSpPr>
            <a:spLocks noGrp="1"/>
          </p:cNvSpPr>
          <p:nvPr/>
        </p:nvSpPr>
        <p:spPr>
          <a:xfrm>
            <a:off x="11296650" y="228600"/>
            <a:ext cx="190500" cy="1905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A60F4F9-AA1F-4827-AFF9-8F26C859ACA2}"/>
              </a:ext>
            </a:extLst>
          </p:cNvPr>
          <p:cNvSpPr>
            <a:spLocks noGrp="1"/>
          </p:cNvSpPr>
          <p:nvPr/>
        </p:nvSpPr>
        <p:spPr>
          <a:xfrm>
            <a:off x="11544300" y="228600"/>
            <a:ext cx="190500" cy="1905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9E3619D-8D57-426B-BC04-869C414339ED}"/>
              </a:ext>
            </a:extLst>
          </p:cNvPr>
          <p:cNvSpPr>
            <a:spLocks noGrp="1"/>
          </p:cNvSpPr>
          <p:nvPr/>
        </p:nvSpPr>
        <p:spPr>
          <a:xfrm>
            <a:off x="11296650" y="476250"/>
            <a:ext cx="190500" cy="1905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DEE133A-B270-4E5E-B2E8-7F04FB16C822}"/>
              </a:ext>
            </a:extLst>
          </p:cNvPr>
          <p:cNvSpPr>
            <a:spLocks noGrp="1"/>
          </p:cNvSpPr>
          <p:nvPr/>
        </p:nvSpPr>
        <p:spPr>
          <a:xfrm>
            <a:off x="11544300" y="476250"/>
            <a:ext cx="190500" cy="1905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FE1D68-6EDE-4AF3-AE17-6D4913C564E0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84F7BE0-4446-435C-AA7E-985E9F1AD09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753BB18-7220-44EC-850F-10823113F4EB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B8AA2C3-1B84-4A36-9916-1388A00128C9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4762500"/>
          </a:xfrm>
          <a:prstGeom prst="rect">
            <a:avLst/>
          </a:prstGeom>
          <a:solidFill>
            <a:srgbClr val="06121D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5F6E410-7B7D-4F92-9FFA-F12F73FE7077}"/>
              </a:ext>
            </a:extLst>
          </p:cNvPr>
          <p:cNvSpPr>
            <a:spLocks noGrp="1"/>
          </p:cNvSpPr>
          <p:nvPr/>
        </p:nvSpPr>
        <p:spPr>
          <a:xfrm>
            <a:off x="742950" y="1485900"/>
            <a:ext cx="10668000" cy="428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from heapq import heappush, heappop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h = {'S':5, 'A':8, 'B':4, 'C':6, 'D':2, 'E':1, 'G':0}</a:t>
            </a:r>
          </a:p>
          <a:p>
            <a:endParaRPr sz="1140" b="0">
              <a:solidFill>
                <a:srgbClr val="D7EEF7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def ucs(start='S', goal='G'):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pq, best, parent, order, k = [(0,0,start)], {start:0}, {start:None}, [], 0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while pq: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g, _, u = heappop(pq)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if g != best[u]: continue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order.append(u)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if u == goal: return order, restore(parent, u), g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for v, w in graph[u]: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ng = g + w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if ng &lt; best.get(v, float('inf')):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  best[v] = ng; parent[v] = u; k += 1; heappush(pq, (ng,k,v))</a:t>
            </a:r>
          </a:p>
          <a:p>
            <a:endParaRPr sz="1140" b="0">
              <a:solidFill>
                <a:srgbClr val="D7EEF7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def astar(start='S', goal='G'):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pq, best, parent, order, k = [(h[start],0,0,start)], {start:0}, {start:None}, [], 0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while pq: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f, _, g, u = heappop(pq)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if g != best[u]: continue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order.append(u)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if u == goal: return order, restore(parent, u), g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for v, w in graph[u]: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ng = g + w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if ng &lt; best.get(v, float('inf')):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  best[v] = ng; parent[v] = u; k += 1</a:t>
            </a:r>
          </a:p>
          <a:p>
            <a:pPr algn="l">
              <a:lnSpc>
                <a:spcPct val="90000"/>
              </a:lnSpc>
              <a:buNone/>
              <a:defRPr sz="114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14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  heappush(pq, (ng + h[v], k, ng, v))</a:t>
            </a:r>
          </a:p>
        </p:txBody>
      </p:sp>
    </p:spTree>
    <p:extLst>
      <p:ext uri="{BB962C8B-B14F-4D97-AF65-F5344CB8AC3E}">
        <p14:creationId xmlns:p14="http://schemas.microsoft.com/office/powerpoint/2010/main" val="1400625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BF7CD6E-F587-4159-9F3C-EB5F674FB2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9F628DB-851C-46C3-8837-DECB9EB1B4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89431FF-0D1E-4F4D-BD3C-93B4AE315933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НӘТИЖЕ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128F64-D3D8-4D5F-9E0B-700EAD6E15A2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Бағдарламаны іске қосу нәтижесі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7BA81AE-3F46-4378-B987-900BAD6865EE}"/>
              </a:ext>
            </a:extLst>
          </p:cNvPr>
          <p:cNvSpPr>
            <a:spLocks noGrp="1"/>
          </p:cNvSpPr>
          <p:nvPr/>
        </p:nvSpPr>
        <p:spPr>
          <a:xfrm>
            <a:off x="400050" y="603885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DA1C3F-005B-4A88-85FE-871E6DBC58FA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3AC9DA8-535A-4BD4-9D11-47898AF5E1ED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AEC98E7-A683-437C-A225-930777BCD2DC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CD6BA0B-555D-438A-ADB3-8DA9C2B6EED6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D604465-1A90-452F-9255-54E28FD4F52D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EF1E0A-8CF0-45A9-B6E1-CDEE1D878990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C28FCC2-5929-432A-8558-DB21EAD4D32A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2DAC9B3-0CA7-4F2C-AD87-58C7FA651096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11125200" cy="3857625"/>
          </a:xfrm>
          <a:prstGeom prst="rect">
            <a:avLst/>
          </a:prstGeom>
          <a:solidFill>
            <a:srgbClr val="06121D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7D89605-2A7E-4EED-BAEE-ED74AC2E02F2}"/>
              </a:ext>
            </a:extLst>
          </p:cNvPr>
          <p:cNvSpPr>
            <a:spLocks noGrp="1"/>
          </p:cNvSpPr>
          <p:nvPr/>
        </p:nvSpPr>
        <p:spPr>
          <a:xfrm>
            <a:off x="819150" y="1666875"/>
            <a:ext cx="1047750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DFS   order: S → A → C → G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path : S → A → C → G       edges=3   cost=10</a:t>
            </a:r>
          </a:p>
          <a:p>
            <a:endParaRPr sz="1650" b="0">
              <a:solidFill>
                <a:srgbClr val="D7EEF7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BFS   order: S → A → B → C → D → E → G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path : S → A → C → G       edges=3   cost=10</a:t>
            </a:r>
          </a:p>
          <a:p>
            <a:endParaRPr sz="1650" b="0">
              <a:solidFill>
                <a:srgbClr val="D7EEF7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UCS   order: S → B → A → D → C → E → G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path : S → B → D → E → G  edges=4   cost=5</a:t>
            </a:r>
          </a:p>
          <a:p>
            <a:endParaRPr sz="1650" b="0">
              <a:solidFill>
                <a:srgbClr val="D7EEF7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A*    order: S → B → D → E → G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D7EEF7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D7EEF7"/>
                </a:solidFill>
                <a:latin typeface="Consolas"/>
                <a:ea typeface="Consolas"/>
                <a:cs typeface="Consolas"/>
              </a:rPr>
              <a:t>      path : S → B → D → E → G  edges=4   cost=5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D1FEABF-7B7F-4F8B-986A-A8EF93350DA9}"/>
              </a:ext>
            </a:extLst>
          </p:cNvPr>
          <p:cNvSpPr>
            <a:spLocks noGrp="1"/>
          </p:cNvSpPr>
          <p:nvPr/>
        </p:nvSpPr>
        <p:spPr>
          <a:xfrm>
            <a:off x="533400" y="56197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500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«Алдымен Goal» = DFS (4 қарау).   «Ең аз қадам» = BFS.   «Ең арзан» = UCS және A*.</a:t>
            </a:r>
          </a:p>
        </p:txBody>
      </p:sp>
    </p:spTree>
    <p:extLst>
      <p:ext uri="{BB962C8B-B14F-4D97-AF65-F5344CB8AC3E}">
        <p14:creationId xmlns:p14="http://schemas.microsoft.com/office/powerpoint/2010/main" val="941439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9BC0855-F3D2-4347-9DCB-082A3375C7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C92A3B-16DB-48BB-83EF-0B00514B42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41D976-EF91-440D-88C3-E27744E297CF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САЛЫСТЫРУ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2B37C1B-0EDE-4312-85B0-C92B4F0664E2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Төрт алгоритмді салыстыру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21503F-AF64-44EE-8194-4499156B84D7}"/>
              </a:ext>
            </a:extLst>
          </p:cNvPr>
          <p:cNvSpPr>
            <a:spLocks noGrp="1"/>
          </p:cNvSpPr>
          <p:nvPr/>
        </p:nvSpPr>
        <p:spPr>
          <a:xfrm>
            <a:off x="10991850" y="61150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896C917-10F9-4C27-880C-940FF82018FB}"/>
              </a:ext>
            </a:extLst>
          </p:cNvPr>
          <p:cNvSpPr>
            <a:spLocks noGrp="1"/>
          </p:cNvSpPr>
          <p:nvPr/>
        </p:nvSpPr>
        <p:spPr>
          <a:xfrm>
            <a:off x="11201400" y="611505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8871002-E6AB-4F78-9504-CE029C43CDDA}"/>
              </a:ext>
            </a:extLst>
          </p:cNvPr>
          <p:cNvSpPr>
            <a:spLocks noGrp="1"/>
          </p:cNvSpPr>
          <p:nvPr/>
        </p:nvSpPr>
        <p:spPr>
          <a:xfrm>
            <a:off x="11410950" y="590550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5F66409-4666-4CE4-958C-F628CB7369EE}"/>
              </a:ext>
            </a:extLst>
          </p:cNvPr>
          <p:cNvSpPr>
            <a:spLocks noGrp="1"/>
          </p:cNvSpPr>
          <p:nvPr/>
        </p:nvSpPr>
        <p:spPr>
          <a:xfrm>
            <a:off x="11410950" y="61150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918A45-232B-466B-BD28-C2489558348E}"/>
              </a:ext>
            </a:extLst>
          </p:cNvPr>
          <p:cNvSpPr>
            <a:spLocks noGrp="1"/>
          </p:cNvSpPr>
          <p:nvPr/>
        </p:nvSpPr>
        <p:spPr>
          <a:xfrm>
            <a:off x="11620500" y="59055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742E752-766F-4383-B63B-EDFAABC3BDDB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FD0A752-91FF-4075-9A3C-FE2942D36195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C143FEF-20CF-4DBD-8139-19773C214D5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28" name="Таблица 27"/>
          <p:cNvGraphicFramePr/>
          <p:nvPr/>
        </p:nvGraphicFramePr>
        <p:xfrm>
          <a:off x="533400" y="1438275"/>
          <a:ext cx="11125200" cy="1584960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69E3F2"/>
                          </a:solidFill>
                          <a:latin typeface="Arial"/>
                          <a:ea typeface="Arial"/>
                          <a:cs typeface="Arial"/>
                        </a:rPr>
                        <a:t>Әдіс</a:t>
                      </a:r>
                    </a:p>
                  </a:txBody>
                  <a:tcPr anchor="ctr">
                    <a:solidFill>
                      <a:srgbClr val="1239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9E3F2"/>
                          </a:solidFill>
                          <a:latin typeface="Arial"/>
                          <a:ea typeface="Arial"/>
                          <a:cs typeface="Arial"/>
                        </a:rPr>
                        <a:t>Қарау реті</a:t>
                      </a:r>
                    </a:p>
                  </a:txBody>
                  <a:tcPr anchor="ctr">
                    <a:solidFill>
                      <a:srgbClr val="1239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9E3F2"/>
                          </a:solidFill>
                          <a:latin typeface="Arial"/>
                          <a:ea typeface="Arial"/>
                          <a:cs typeface="Arial"/>
                        </a:rPr>
                        <a:t>Жол</a:t>
                      </a:r>
                    </a:p>
                  </a:txBody>
                  <a:tcPr anchor="ctr">
                    <a:solidFill>
                      <a:srgbClr val="1239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9E3F2"/>
                          </a:solidFill>
                          <a:latin typeface="Arial"/>
                          <a:ea typeface="Arial"/>
                          <a:cs typeface="Arial"/>
                        </a:rPr>
                        <a:t>Құны</a:t>
                      </a:r>
                    </a:p>
                  </a:txBody>
                  <a:tcPr anchor="ctr">
                    <a:solidFill>
                      <a:srgbClr val="1239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9E3F2"/>
                          </a:solidFill>
                          <a:latin typeface="Arial"/>
                          <a:ea typeface="Arial"/>
                          <a:cs typeface="Arial"/>
                        </a:rPr>
                        <a:t>Кепіл</a:t>
                      </a:r>
                    </a:p>
                  </a:txBody>
                  <a:tcPr anchor="ctr">
                    <a:solidFill>
                      <a:srgbClr val="1239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9E3F2"/>
                          </a:solidFill>
                          <a:latin typeface="Arial"/>
                          <a:ea typeface="Arial"/>
                          <a:cs typeface="Arial"/>
                        </a:rPr>
                        <a:t>Бақылау</a:t>
                      </a:r>
                    </a:p>
                  </a:txBody>
                  <a:tcPr anchor="ctr">
                    <a:solidFill>
                      <a:srgbClr val="1239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DFS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S A C G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S-A-C-G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Goal: 4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BFS</a:t>
                      </a:r>
                    </a:p>
                  </a:txBody>
                  <a:tcPr anchor="ctr">
                    <a:solidFill>
                      <a:srgbClr val="0C2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S A B C D E G</a:t>
                      </a:r>
                    </a:p>
                  </a:txBody>
                  <a:tcPr anchor="ctr">
                    <a:solidFill>
                      <a:srgbClr val="0C2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S-A-C-G</a:t>
                      </a:r>
                    </a:p>
                  </a:txBody>
                  <a:tcPr anchor="ctr">
                    <a:solidFill>
                      <a:srgbClr val="0C2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0C2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ең аз қабырға</a:t>
                      </a:r>
                    </a:p>
                  </a:txBody>
                  <a:tcPr anchor="ctr">
                    <a:solidFill>
                      <a:srgbClr val="0C26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Goal: 7</a:t>
                      </a:r>
                    </a:p>
                  </a:txBody>
                  <a:tcPr anchor="ctr">
                    <a:solidFill>
                      <a:srgbClr val="0C2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UCS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S B A D C E G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S-B-D-E-G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ең арзан құн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Goal: 7</a:t>
                      </a:r>
                    </a:p>
                  </a:txBody>
                  <a:tcPr anchor="ctr">
                    <a:solidFill>
                      <a:srgbClr val="10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A*</a:t>
                      </a:r>
                    </a:p>
                  </a:txBody>
                  <a:tcPr anchor="ctr">
                    <a:solidFill>
                      <a:srgbClr val="203D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S B D E G</a:t>
                      </a:r>
                    </a:p>
                  </a:txBody>
                  <a:tcPr anchor="ctr">
                    <a:solidFill>
                      <a:srgbClr val="203D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S-B-D-E-G</a:t>
                      </a:r>
                    </a:p>
                  </a:txBody>
                  <a:tcPr anchor="ctr">
                    <a:solidFill>
                      <a:srgbClr val="203D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203D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h дұрыс болса</a:t>
                      </a:r>
                    </a:p>
                  </a:txBody>
                  <a:tcPr anchor="ctr">
                    <a:solidFill>
                      <a:srgbClr val="203D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F3F8FA"/>
                          </a:solidFill>
                          <a:latin typeface="Arial"/>
                          <a:ea typeface="Arial"/>
                          <a:cs typeface="Arial"/>
                        </a:rPr>
                        <a:t>Goal: 5</a:t>
                      </a:r>
                    </a:p>
                  </a:txBody>
                  <a:tcPr anchor="ctr">
                    <a:solidFill>
                      <a:srgbClr val="203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4479B9D-433A-4E2B-A741-5233327DF84E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11125200" cy="809625"/>
          </a:xfrm>
          <a:prstGeom prst="rect">
            <a:avLst/>
          </a:prstGeom>
          <a:solidFill>
            <a:srgbClr val="06121D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77C1785-78AC-440F-A447-6734A2266ED4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13"/>
          </a:bodyPr>
          <a:lstStyle/>
          <a:p>
            <a:pPr algn="ctr">
              <a:lnSpc>
                <a:spcPct val="110000"/>
              </a:lnSpc>
              <a:buNone/>
              <a:defRPr sz="14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DB5C4"/>
                </a:solidFill>
                <a:latin typeface="Arial"/>
                <a:ea typeface="Arial"/>
                <a:cs typeface="Arial"/>
              </a:rPr>
              <a:t>BFS мен UCS: BFS қадам санын, UCS құнды оңтайландырады.  UCS пен A*: A* g-ге h бағасын қосып, қажетсіз тармақтарды азайтады.</a:t>
            </a:r>
          </a:p>
        </p:txBody>
      </p:sp>
    </p:spTree>
    <p:extLst>
      <p:ext uri="{BB962C8B-B14F-4D97-AF65-F5344CB8AC3E}">
        <p14:creationId xmlns:p14="http://schemas.microsoft.com/office/powerpoint/2010/main" val="1141743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2F52696-9851-4BE3-BD8C-590F041895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C7ADD9-3CFD-4C35-A699-65F247FEAE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DA53727-C5A2-4E39-A3B0-6F32A494CA6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ҚОРЫТЫНДЫ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75C1AB8-9F4B-4972-9EA6-7C6588976571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Қорытынды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AD0459-8873-44F8-88FC-501D53B8F9C0}"/>
              </a:ext>
            </a:extLst>
          </p:cNvPr>
          <p:cNvSpPr>
            <a:spLocks noGrp="1"/>
          </p:cNvSpPr>
          <p:nvPr/>
        </p:nvSpPr>
        <p:spPr>
          <a:xfrm>
            <a:off x="11049000" y="228600"/>
            <a:ext cx="190500" cy="1905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906786E-CEE7-4AF0-9BC5-0A04EE9BA375}"/>
              </a:ext>
            </a:extLst>
          </p:cNvPr>
          <p:cNvSpPr>
            <a:spLocks noGrp="1"/>
          </p:cNvSpPr>
          <p:nvPr/>
        </p:nvSpPr>
        <p:spPr>
          <a:xfrm>
            <a:off x="11296650" y="228600"/>
            <a:ext cx="190500" cy="1905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C04FFA8-6D17-4822-88B4-D65985C3D6C0}"/>
              </a:ext>
            </a:extLst>
          </p:cNvPr>
          <p:cNvSpPr>
            <a:spLocks noGrp="1"/>
          </p:cNvSpPr>
          <p:nvPr/>
        </p:nvSpPr>
        <p:spPr>
          <a:xfrm>
            <a:off x="11544300" y="228600"/>
            <a:ext cx="190500" cy="1905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0E6EF73-79E9-4FC1-83FA-E0D9A67BA3C7}"/>
              </a:ext>
            </a:extLst>
          </p:cNvPr>
          <p:cNvSpPr>
            <a:spLocks noGrp="1"/>
          </p:cNvSpPr>
          <p:nvPr/>
        </p:nvSpPr>
        <p:spPr>
          <a:xfrm>
            <a:off x="11296650" y="476250"/>
            <a:ext cx="190500" cy="1905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D0D2BAF-3C63-489A-951E-1D253C93BFC3}"/>
              </a:ext>
            </a:extLst>
          </p:cNvPr>
          <p:cNvSpPr>
            <a:spLocks noGrp="1"/>
          </p:cNvSpPr>
          <p:nvPr/>
        </p:nvSpPr>
        <p:spPr>
          <a:xfrm>
            <a:off x="11544300" y="476250"/>
            <a:ext cx="190500" cy="1905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43BF9DF-1D74-43D3-858E-7AFF21A908C2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D99156F-CCD3-477C-A4EE-EB4E679FCE0A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BED4635-E93C-47C1-8BBA-8A1EF7260C2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B9CC738-735F-4395-820C-ECEBF0D985A4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0763250" cy="6667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B1E4838-0017-430D-806B-123038F5BEA2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4300" cy="66675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A76823F-F87E-4343-8EA8-1425D1833E8B}"/>
              </a:ext>
            </a:extLst>
          </p:cNvPr>
          <p:cNvSpPr>
            <a:spLocks noGrp="1"/>
          </p:cNvSpPr>
          <p:nvPr/>
        </p:nvSpPr>
        <p:spPr>
          <a:xfrm>
            <a:off x="876300" y="1552575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42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Мақсатты бірінші тапты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25FC893-8564-4DAC-A24A-8952DD842E8F}"/>
              </a:ext>
            </a:extLst>
          </p:cNvPr>
          <p:cNvSpPr>
            <a:spLocks noGrp="1"/>
          </p:cNvSpPr>
          <p:nvPr/>
        </p:nvSpPr>
        <p:spPr>
          <a:xfrm>
            <a:off x="5048250" y="1514475"/>
            <a:ext cx="590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1950" b="1">
                <a:solidFill>
                  <a:srgbClr val="F15B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15BB5"/>
                </a:solidFill>
                <a:latin typeface="Arial"/>
                <a:ea typeface="Arial"/>
                <a:cs typeface="Arial"/>
              </a:rPr>
              <a:t>DFS — 4 түйін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720CFB3-540B-4349-A7B9-3B3E749EF6D9}"/>
              </a:ext>
            </a:extLst>
          </p:cNvPr>
          <p:cNvSpPr>
            <a:spLocks noGrp="1"/>
          </p:cNvSpPr>
          <p:nvPr/>
        </p:nvSpPr>
        <p:spPr>
          <a:xfrm>
            <a:off x="533400" y="2333625"/>
            <a:ext cx="10763250" cy="6667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C175AC2-6AA1-49A3-8331-4991D4DCB18C}"/>
              </a:ext>
            </a:extLst>
          </p:cNvPr>
          <p:cNvSpPr>
            <a:spLocks noGrp="1"/>
          </p:cNvSpPr>
          <p:nvPr/>
        </p:nvSpPr>
        <p:spPr>
          <a:xfrm>
            <a:off x="533400" y="2333625"/>
            <a:ext cx="114300" cy="66675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6A45F9D-0E4E-42D8-A455-522E9C238275}"/>
              </a:ext>
            </a:extLst>
          </p:cNvPr>
          <p:cNvSpPr>
            <a:spLocks noGrp="1"/>
          </p:cNvSpPr>
          <p:nvPr/>
        </p:nvSpPr>
        <p:spPr>
          <a:xfrm>
            <a:off x="876300" y="2505075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42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Ең қысқа жол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22C954F-27F9-4EEC-A498-853F12B17B2A}"/>
              </a:ext>
            </a:extLst>
          </p:cNvPr>
          <p:cNvSpPr>
            <a:spLocks noGrp="1"/>
          </p:cNvSpPr>
          <p:nvPr/>
        </p:nvSpPr>
        <p:spPr>
          <a:xfrm>
            <a:off x="5048250" y="2466975"/>
            <a:ext cx="590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1950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BFS — 3 қабырға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A6452F8-3171-4426-AE9B-218A6AA94A4E}"/>
              </a:ext>
            </a:extLst>
          </p:cNvPr>
          <p:cNvSpPr>
            <a:spLocks noGrp="1"/>
          </p:cNvSpPr>
          <p:nvPr/>
        </p:nvSpPr>
        <p:spPr>
          <a:xfrm>
            <a:off x="533400" y="3286125"/>
            <a:ext cx="10763250" cy="6667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D279D73-58C7-4C65-97DE-BC907FB03AED}"/>
              </a:ext>
            </a:extLst>
          </p:cNvPr>
          <p:cNvSpPr>
            <a:spLocks noGrp="1"/>
          </p:cNvSpPr>
          <p:nvPr/>
        </p:nvSpPr>
        <p:spPr>
          <a:xfrm>
            <a:off x="533400" y="3286125"/>
            <a:ext cx="114300" cy="66675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FEC844B-C182-4420-8665-2BD7B9FF6360}"/>
              </a:ext>
            </a:extLst>
          </p:cNvPr>
          <p:cNvSpPr>
            <a:spLocks noGrp="1"/>
          </p:cNvSpPr>
          <p:nvPr/>
        </p:nvSpPr>
        <p:spPr>
          <a:xfrm>
            <a:off x="876300" y="3457575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42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Ең арзан жол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EBBDD56-8067-4DD3-A3EA-54AE4F01B5C3}"/>
              </a:ext>
            </a:extLst>
          </p:cNvPr>
          <p:cNvSpPr>
            <a:spLocks noGrp="1"/>
          </p:cNvSpPr>
          <p:nvPr/>
        </p:nvSpPr>
        <p:spPr>
          <a:xfrm>
            <a:off x="5048250" y="3419475"/>
            <a:ext cx="590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1950" b="1">
                <a:solidFill>
                  <a:srgbClr val="FF8C4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8C42"/>
                </a:solidFill>
                <a:latin typeface="Arial"/>
                <a:ea typeface="Arial"/>
                <a:cs typeface="Arial"/>
              </a:rPr>
              <a:t>UCS және A* — 5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0C3FE60-67B8-4ACA-AA55-A73780990405}"/>
              </a:ext>
            </a:extLst>
          </p:cNvPr>
          <p:cNvSpPr>
            <a:spLocks noGrp="1"/>
          </p:cNvSpPr>
          <p:nvPr/>
        </p:nvSpPr>
        <p:spPr>
          <a:xfrm>
            <a:off x="533400" y="4238625"/>
            <a:ext cx="10763250" cy="666750"/>
          </a:xfrm>
          <a:prstGeom prst="rect">
            <a:avLst/>
          </a:prstGeom>
          <a:solidFill>
            <a:srgbClr val="102E45"/>
          </a:solidFill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192670B-1331-478B-9B47-612D6E0425D6}"/>
              </a:ext>
            </a:extLst>
          </p:cNvPr>
          <p:cNvSpPr>
            <a:spLocks noGrp="1"/>
          </p:cNvSpPr>
          <p:nvPr/>
        </p:nvSpPr>
        <p:spPr>
          <a:xfrm>
            <a:off x="533400" y="4238625"/>
            <a:ext cx="114300" cy="66675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29AC401-9456-42EF-9697-9BE5189E9AFF}"/>
              </a:ext>
            </a:extLst>
          </p:cNvPr>
          <p:cNvSpPr>
            <a:spLocks noGrp="1"/>
          </p:cNvSpPr>
          <p:nvPr/>
        </p:nvSpPr>
        <p:spPr>
          <a:xfrm>
            <a:off x="876300" y="4410075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425" b="1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DB5C4"/>
                </a:solidFill>
                <a:latin typeface="Arial"/>
                <a:ea typeface="Arial"/>
                <a:cs typeface="Arial"/>
              </a:rPr>
              <a:t>Ең тиімдісі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726BAFD-8F4E-4B8D-BB9C-A4B3511346C9}"/>
              </a:ext>
            </a:extLst>
          </p:cNvPr>
          <p:cNvSpPr>
            <a:spLocks noGrp="1"/>
          </p:cNvSpPr>
          <p:nvPr/>
        </p:nvSpPr>
        <p:spPr>
          <a:xfrm>
            <a:off x="5048250" y="4371975"/>
            <a:ext cx="590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1950" b="1">
                <a:solidFill>
                  <a:srgbClr val="8AC92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AC926"/>
                </a:solidFill>
                <a:latin typeface="Arial"/>
                <a:ea typeface="Arial"/>
                <a:cs typeface="Arial"/>
              </a:rPr>
              <a:t>A* — 5 түйін, құны 5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F932883-A202-4D86-8A08-6A066D5B8725}"/>
              </a:ext>
            </a:extLst>
          </p:cNvPr>
          <p:cNvSpPr>
            <a:spLocks noGrp="1"/>
          </p:cNvSpPr>
          <p:nvPr/>
        </p:nvSpPr>
        <p:spPr>
          <a:xfrm>
            <a:off x="533400" y="5524500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177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Heuristic h(n) B → D → E бағытын ерте таңдады; сондықтан A* UCS сияқты оңтайлы құнмен, бірақ аз қараумен аяқталды.</a:t>
            </a:r>
          </a:p>
        </p:txBody>
      </p:sp>
    </p:spTree>
    <p:extLst>
      <p:ext uri="{BB962C8B-B14F-4D97-AF65-F5344CB8AC3E}">
        <p14:creationId xmlns:p14="http://schemas.microsoft.com/office/powerpoint/2010/main" val="580899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4E7B1AF-F87E-4EA1-B70B-56896D6F086E}"/>
              </a:ext>
            </a:extLst>
          </p:cNvPr>
          <p:cNvSpPr>
            <a:spLocks noGrp="1"/>
          </p:cNvSpPr>
          <p:nvPr/>
        </p:nvSpPr>
        <p:spPr>
          <a:xfrm>
            <a:off x="52917" y="19050"/>
            <a:ext cx="12192000" cy="6858000"/>
          </a:xfrm>
          <a:prstGeom prst="rect">
            <a:avLst/>
          </a:prstGeom>
          <a:solidFill>
            <a:srgbClr val="071A2B"/>
          </a:solidFill>
          <a:ln w="0">
            <a:noFill/>
          </a:ln>
        </p:spPr>
        <p:txBody>
          <a:bodyPr/>
          <a:lstStyle/>
          <a:p>
            <a:endParaRPr lang="ru-KZ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E2596E-05C1-4BD5-9801-DE4D84247D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8BFE3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11493D9-AAB9-4FC7-AB27-139CEFD1E06B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ДЕРЕККӨЗДЕР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D4E1032-7620-42F7-B253-E3B71F9B43B3}"/>
              </a:ext>
            </a:extLst>
          </p:cNvPr>
          <p:cNvSpPr>
            <a:spLocks noGrp="1"/>
          </p:cNvSpPr>
          <p:nvPr/>
        </p:nvSpPr>
        <p:spPr>
          <a:xfrm>
            <a:off x="533400" y="54292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625" b="1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A"/>
                </a:solidFill>
                <a:latin typeface="Arial"/>
                <a:ea typeface="Arial"/>
                <a:cs typeface="Arial"/>
              </a:rPr>
              <a:t>Пайдаланылған әдебиеттер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4011256-4E15-4F75-A36F-9BDEB75F49C7}"/>
              </a:ext>
            </a:extLst>
          </p:cNvPr>
          <p:cNvSpPr>
            <a:spLocks noGrp="1"/>
          </p:cNvSpPr>
          <p:nvPr/>
        </p:nvSpPr>
        <p:spPr>
          <a:xfrm>
            <a:off x="400050" y="6038850"/>
            <a:ext cx="152400" cy="15240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03C9EE-E883-4CE2-A802-FBBDA0C36A26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52400" cy="152400"/>
          </a:xfrm>
          <a:prstGeom prst="rect">
            <a:avLst/>
          </a:prstGeom>
          <a:solidFill>
            <a:srgbClr val="FF8C4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CE5F495-5EBE-4B07-867C-D3F10770AF66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52400" cy="152400"/>
          </a:xfrm>
          <a:prstGeom prst="rect">
            <a:avLst/>
          </a:prstGeom>
          <a:solidFill>
            <a:srgbClr val="69E3F2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01C1AB0-F869-40DB-82BD-A172B9402347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152400" cy="152400"/>
          </a:xfrm>
          <a:prstGeom prst="rect">
            <a:avLst/>
          </a:prstGeom>
          <a:solidFill>
            <a:srgbClr val="F15BB5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89FC7A-4E31-42D9-B18C-3728BC634B14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152400" cy="152400"/>
          </a:xfrm>
          <a:prstGeom prst="rect">
            <a:avLst/>
          </a:prstGeom>
          <a:solidFill>
            <a:srgbClr val="8AC926"/>
          </a:solidFill>
          <a:ln w="0">
            <a:noFill/>
          </a:ln>
        </p:spPr>
        <p:txBody>
          <a:bodyPr/>
          <a:lstStyle/>
          <a:p>
            <a:endParaRPr lang="ru-KZ"/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320D7625-6230-449A-8E1A-A585FACA1E39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11252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183D560-ACA3-4DB4-A790-2FD03A0183C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9239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825" b="0">
                <a:solidFill>
                  <a:srgbClr val="9DB5C4"/>
                </a:solidFill>
                <a:latin typeface="Arial"/>
                <a:ea typeface="Arial"/>
                <a:cs typeface="Arial"/>
              </a:defRPr>
            </a:pPr>
            <a:endParaRPr sz="825" b="0" dirty="0">
              <a:solidFill>
                <a:srgbClr val="9DB5C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B3328F-416E-4EB5-81DB-2A46495DE4A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09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96000"/>
              </a:lnSpc>
              <a:buNone/>
              <a:defRPr sz="975" b="1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8BFE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CBC2D2D-38A0-4C07-AC86-DD781E2C4709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725" b="1">
                <a:solidFill>
                  <a:srgbClr val="69E3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E3F2"/>
                </a:solidFill>
                <a:latin typeface="Arial"/>
                <a:ea typeface="Arial"/>
                <a:cs typeface="Arial"/>
              </a:rPr>
              <a:t>[1] Stanford CS221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4897AAE-1FD0-4DBC-B898-01849CFCD3CE}"/>
              </a:ext>
            </a:extLst>
          </p:cNvPr>
          <p:cNvSpPr>
            <a:spLocks noGrp="1"/>
          </p:cNvSpPr>
          <p:nvPr/>
        </p:nvSpPr>
        <p:spPr>
          <a:xfrm>
            <a:off x="533400" y="1762125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350" b="0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8FA"/>
                </a:solidFill>
                <a:latin typeface="Arial"/>
                <a:ea typeface="Arial"/>
                <a:cs typeface="Arial"/>
              </a:rPr>
              <a:t>Search: basics and dynamic programming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5A7B98F-F2E4-495A-A872-E142C2BE55A2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10001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050" b="0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48BFE3"/>
                </a:solidFill>
                <a:latin typeface="Arial"/>
                <a:ea typeface="Arial"/>
                <a:cs typeface="Arial"/>
                <a:hlinkClick r:id="rId3"/>
              </a:rPr>
              <a:t>https://stanford-cs221.github.io/spring2022-extra/modules/search/search-basics.pdf</a:t>
            </a:r>
          </a:p>
        </p:txBody>
      </p:sp>
      <p:sp>
        <p:nv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E7D6C59-122A-46AD-AD71-232E1C5DA7BE}"/>
              </a:ext>
            </a:extLst>
          </p:cNvPr>
          <p:cNvSpPr>
            <a:spLocks noGrp="1"/>
          </p:cNvSpPr>
          <p:nvPr/>
        </p:nvSpPr>
        <p:spPr>
          <a:xfrm>
            <a:off x="533400" y="2505075"/>
            <a:ext cx="106680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41BABF1-76EB-40E9-8FC6-BA83F1A1419C}"/>
              </a:ext>
            </a:extLst>
          </p:cNvPr>
          <p:cNvSpPr>
            <a:spLocks noGrp="1"/>
          </p:cNvSpPr>
          <p:nvPr/>
        </p:nvSpPr>
        <p:spPr>
          <a:xfrm>
            <a:off x="533400" y="2809875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725" b="1">
                <a:solidFill>
                  <a:srgbClr val="8AC9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AC926"/>
                </a:solidFill>
                <a:latin typeface="Arial"/>
                <a:ea typeface="Arial"/>
                <a:cs typeface="Arial"/>
              </a:rPr>
              <a:t>[2] Russell &amp; Norvig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C6ADA52-3125-4CED-BF6F-7BA56ED39764}"/>
              </a:ext>
            </a:extLst>
          </p:cNvPr>
          <p:cNvSpPr>
            <a:spLocks noGrp="1"/>
          </p:cNvSpPr>
          <p:nvPr/>
        </p:nvSpPr>
        <p:spPr>
          <a:xfrm>
            <a:off x="533400" y="3133725"/>
            <a:ext cx="7620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350" b="0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8FA"/>
                </a:solidFill>
                <a:latin typeface="Arial"/>
                <a:ea typeface="Arial"/>
                <a:cs typeface="Arial"/>
              </a:rPr>
              <a:t>Artificial Intelligence: A Modern Approach, 4th edition, §4.1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0C4AAF8-9745-43F2-8469-9A4F8057DDF1}"/>
              </a:ext>
            </a:extLst>
          </p:cNvPr>
          <p:cNvSpPr>
            <a:spLocks noGrp="1"/>
          </p:cNvSpPr>
          <p:nvPr/>
        </p:nvSpPr>
        <p:spPr>
          <a:xfrm>
            <a:off x="533400" y="3448050"/>
            <a:ext cx="10001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050" b="0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48BFE3"/>
                </a:solidFill>
                <a:latin typeface="Arial"/>
                <a:ea typeface="Arial"/>
                <a:cs typeface="Arial"/>
                <a:hlinkClick r:id="rId4"/>
              </a:rPr>
              <a:t>https://aima.cs.berkeley.edu/4th-ed/pdfs/newchap04.pdf</a:t>
            </a:r>
          </a:p>
        </p:txBody>
      </p:sp>
      <p:sp>
        <p:nv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740F679-A7A5-4FE3-9910-ACF4B44C8AE4}"/>
              </a:ext>
            </a:extLst>
          </p:cNvPr>
          <p:cNvSpPr>
            <a:spLocks noGrp="1"/>
          </p:cNvSpPr>
          <p:nvPr/>
        </p:nvSpPr>
        <p:spPr>
          <a:xfrm>
            <a:off x="533400" y="3876675"/>
            <a:ext cx="10668000" cy="0"/>
          </a:xfrm>
          <a:prstGeom prst="line">
            <a:avLst/>
          </a:prstGeom>
          <a:noFill/>
          <a:ln w="9525">
            <a:solidFill>
              <a:srgbClr val="173B5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0BEAA3C-D1B9-4090-9262-7964ACD74E27}"/>
              </a:ext>
            </a:extLst>
          </p:cNvPr>
          <p:cNvSpPr>
            <a:spLocks noGrp="1"/>
          </p:cNvSpPr>
          <p:nvPr/>
        </p:nvSpPr>
        <p:spPr>
          <a:xfrm>
            <a:off x="533400" y="4181475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725" b="1">
                <a:solidFill>
                  <a:srgbClr val="FF8C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8C42"/>
                </a:solidFill>
                <a:latin typeface="Arial"/>
                <a:ea typeface="Arial"/>
                <a:cs typeface="Arial"/>
              </a:rPr>
              <a:t>[3] MIT OpenCourseWare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7F63F08-06D7-44FA-8DC3-62FD31D51517}"/>
              </a:ext>
            </a:extLst>
          </p:cNvPr>
          <p:cNvSpPr>
            <a:spLocks noGrp="1"/>
          </p:cNvSpPr>
          <p:nvPr/>
        </p:nvSpPr>
        <p:spPr>
          <a:xfrm>
            <a:off x="533400" y="4505325"/>
            <a:ext cx="7620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1350" b="0">
                <a:solidFill>
                  <a:srgbClr val="F3F8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8FA"/>
                </a:solidFill>
                <a:latin typeface="Arial"/>
                <a:ea typeface="Arial"/>
                <a:cs typeface="Arial"/>
              </a:rPr>
              <a:t>Search Algorithms, 6.01SC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AD5F96-57E5-460F-BBC6-44F27709B9F9}"/>
              </a:ext>
            </a:extLst>
          </p:cNvPr>
          <p:cNvSpPr>
            <a:spLocks noGrp="1"/>
          </p:cNvSpPr>
          <p:nvPr/>
        </p:nvSpPr>
        <p:spPr>
          <a:xfrm>
            <a:off x="533400" y="4819650"/>
            <a:ext cx="1081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975" b="0">
                <a:solidFill>
                  <a:srgbClr val="48BFE3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48BFE3"/>
                </a:solidFill>
                <a:latin typeface="Arial"/>
                <a:ea typeface="Arial"/>
                <a:cs typeface="Arial"/>
                <a:hlinkClick r:id="rId5"/>
              </a:rPr>
              <a:t>https://ocw.mit.edu/courses/6-01sc-introduction-to-electrical-engineering-and-computer-science-i-spring-2011/pages/unit-4-probability-and-planning/search-algorithms/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AF73A4B-146F-420D-9058-A3B48C7DD068}"/>
              </a:ext>
            </a:extLst>
          </p:cNvPr>
          <p:cNvSpPr>
            <a:spLocks noGrp="1"/>
          </p:cNvSpPr>
          <p:nvPr/>
        </p:nvSpPr>
        <p:spPr>
          <a:xfrm>
            <a:off x="533400" y="5667375"/>
            <a:ext cx="1076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6000"/>
              </a:lnSpc>
              <a:buNone/>
              <a:defRPr sz="1275" b="1">
                <a:solidFill>
                  <a:srgbClr val="FFD166"/>
                </a:solidFill>
                <a:latin typeface="Arial"/>
                <a:ea typeface="Arial"/>
                <a:cs typeface="Arial"/>
              </a:defRPr>
            </a:pPr>
            <a:endParaRPr sz="1275" b="1" dirty="0">
              <a:solidFill>
                <a:srgbClr val="FFD16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66180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4982</Words>
  <Application>Microsoft Office PowerPoint</Application>
  <DocSecurity>0</DocSecurity>
  <PresentationFormat>Широкоэкранный</PresentationFormat>
  <Paragraphs>784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Muhammed Amanbekuly</cp:lastModifiedBy>
  <cp:revision>2</cp:revision>
  <dcterms:created xsi:type="dcterms:W3CDTF">2026-09-15T09:12:05Z</dcterms:created>
  <dcterms:modified xsi:type="dcterms:W3CDTF">2026-09-15T16:56:29Z</dcterms:modified>
</cp:coreProperties>
</file>